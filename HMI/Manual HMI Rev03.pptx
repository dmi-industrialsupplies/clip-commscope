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39"/>
  </p:notesMasterIdLst>
  <p:handoutMasterIdLst>
    <p:handoutMasterId r:id="rId40"/>
  </p:handoutMasterIdLst>
  <p:sldIdLst>
    <p:sldId id="256" r:id="rId3"/>
    <p:sldId id="257" r:id="rId4"/>
    <p:sldId id="258" r:id="rId5"/>
    <p:sldId id="293" r:id="rId6"/>
    <p:sldId id="259" r:id="rId7"/>
    <p:sldId id="260" r:id="rId8"/>
    <p:sldId id="289" r:id="rId9"/>
    <p:sldId id="294" r:id="rId10"/>
    <p:sldId id="290" r:id="rId11"/>
    <p:sldId id="313" r:id="rId12"/>
    <p:sldId id="291" r:id="rId13"/>
    <p:sldId id="295" r:id="rId14"/>
    <p:sldId id="296" r:id="rId15"/>
    <p:sldId id="297" r:id="rId16"/>
    <p:sldId id="298" r:id="rId17"/>
    <p:sldId id="299" r:id="rId18"/>
    <p:sldId id="300" r:id="rId19"/>
    <p:sldId id="261" r:id="rId20"/>
    <p:sldId id="301" r:id="rId21"/>
    <p:sldId id="275" r:id="rId22"/>
    <p:sldId id="315" r:id="rId23"/>
    <p:sldId id="267" r:id="rId24"/>
    <p:sldId id="302" r:id="rId25"/>
    <p:sldId id="303" r:id="rId26"/>
    <p:sldId id="292" r:id="rId27"/>
    <p:sldId id="304" r:id="rId28"/>
    <p:sldId id="305" r:id="rId29"/>
    <p:sldId id="311" r:id="rId30"/>
    <p:sldId id="314" r:id="rId31"/>
    <p:sldId id="268" r:id="rId32"/>
    <p:sldId id="307" r:id="rId33"/>
    <p:sldId id="269" r:id="rId34"/>
    <p:sldId id="312" r:id="rId35"/>
    <p:sldId id="282" r:id="rId36"/>
    <p:sldId id="306" r:id="rId37"/>
    <p:sldId id="274" r:id="rId3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2" autoAdjust="0"/>
    <p:restoredTop sz="83208" autoAdjust="0"/>
  </p:normalViewPr>
  <p:slideViewPr>
    <p:cSldViewPr snapToGrid="0">
      <p:cViewPr>
        <p:scale>
          <a:sx n="100" d="100"/>
          <a:sy n="100" d="100"/>
        </p:scale>
        <p:origin x="-108" y="-7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FDB3B-F6EB-478D-DFBB-8140E7AFB4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A0669-F7F5-A8E6-FB4D-04B6EB2B7A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BCDC7-1DE2-4A6C-88AF-324B1B6DFC00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F872B-65EC-53EC-0E6F-2666C05F24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4E0DB-E1FC-7F72-91C8-89427183FE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002EF-1C66-4362-9221-DFA0ED9AB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5646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0916E-6E7C-47BB-96C8-7C533CAC665F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72956-60D5-4DA1-9512-EA7B70059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4971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D9F6230-81A1-65BC-9BF3-7CD5487C168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58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CD5E04E-0496-DA91-2045-5B23BDC500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29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3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0683C7B-D947-98B9-37B2-6842E75CE48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1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B859B-EB8B-1B34-8B50-293D7DEB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0CE07-0280-AF0B-3E0E-D167F04DC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8E49E-E105-9E87-3A5E-CE8D7B0CF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7A632-A3EA-D4CC-A540-E41C5F9BF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4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D34935B-767B-0A35-F096-E827810B03F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06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7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105BA6F-49D9-9597-6D86-EEBF2FA107F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4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635B-071D-30D5-89F6-C43A33A1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496A1-AF8F-5E15-F103-E07E2E8C0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02D50-85D9-010F-AA12-87B55CF66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6143A-2BDA-6E90-3918-F56174D17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8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88FD5E3-E1EF-DE15-CDA5-2767E44ED25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81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20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BC9FC69-40D1-EFA6-7A86-9014BFC9320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00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ED4A5-E708-5155-8109-64FEE1CB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AD612-49B0-2548-3109-E507A2D7A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72FF8-9FDC-88A9-3B8A-93F6CD24E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E93FA-E568-4881-BFC0-14B5280C7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21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B25FAF6-FEBB-D817-4EDB-8446FAD362D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74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72956-60D5-4DA1-9512-EA7B70059E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3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49EF7-4926-6175-FAE7-CFF20CF3F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15F5A1-A4E0-C101-4FCB-F031BC6A7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71D8FA-4CF9-39F1-C077-35C4EF12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EC3973-4D46-765C-DFD4-378EEA0A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109856-CF58-2A69-9768-25227B7F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996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962A3-0606-E2F7-F29D-8FC0C6EE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4B0295-F318-665B-A8D1-F8F2BC004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94BDE3-0816-A096-2DCA-82D0F176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F7DE45-0D3A-7DF2-2BA4-4CF512B8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7D729-8A4A-4EFD-1F0B-8A53791E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  <p:pic>
        <p:nvPicPr>
          <p:cNvPr id="7" name="Google Shape;102;p1">
            <a:extLst>
              <a:ext uri="{FF2B5EF4-FFF2-40B4-BE49-F238E27FC236}">
                <a16:creationId xmlns:a16="http://schemas.microsoft.com/office/drawing/2014/main" id="{E7789202-5168-D35D-2CDD-5ADB75B94EEC}"/>
              </a:ext>
            </a:extLst>
          </p:cNvPr>
          <p:cNvPicPr preferRelativeResize="0"/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1135677" y="221781"/>
            <a:ext cx="954724" cy="928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02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9883F-90FF-09B9-93EA-97AF3F70A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938FBA-1445-DBA6-EFFA-3ABBDC0EC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0FCF99-D5B1-A77D-BBF8-8BCA98DC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B816C-0511-2CFA-0280-9F9C7202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2F552E-05DE-D2FE-0978-3C4C4569C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881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4672D-B205-6ED5-3084-ED739207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7C7632-57E4-9CF2-C53B-FA0737799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A2D631-0DD0-790D-4E72-79A5410DC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AA9B7E-D486-A6DF-CB1E-DCC5EB66C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B9C008-8BC3-5CF9-D1EA-D17708B4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46D6F3-EF4A-6279-346A-2DA3BACD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492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CD669-C874-4904-7136-5F69D4F5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C2F973-F5F7-ABCB-614B-E73C812F8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CBA9FB-49CE-E5E3-5D3F-64C9B8076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55AD7B1-6EE5-1EF6-496E-DBBBD188D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713798-385E-3AF4-5F60-8D18E620A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A9C705-9425-48D7-E814-5A80DBBA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B9BC8B6-E02F-31F0-5EBE-7328A86B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48BB8D6-0F0A-187B-962F-CDCFFA70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54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CD272-80F4-98FA-DB95-D24CF2D8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E8B107-A36C-12AB-A089-9CB51F91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47F4558-3169-8FD3-7016-CEBAB648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D1C92B-0A6B-9611-A49D-5301A649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679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CF51D9-C077-80F6-AE9B-A66E5D5E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D863A8-4135-1E3C-7908-86CDDB48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01B053-C35F-B649-B505-F72DCFA2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654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3318E-B7BD-9B2E-E125-5F66DBA2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E6D4A3-1DE8-744A-C34A-7492B6A1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A49BC8-F36D-C8BC-6DD8-184A9EC65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E93EC5-1CFA-7E32-4237-19866546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14227C-63D9-C31F-55EB-0905E403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D491C9-5486-B106-1911-B0895E1C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644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F0FB6-558C-3D86-7234-54125F60A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4CD32D8-0E8A-5E94-96F7-D8392B2B5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58E94F-3916-90CD-FAE2-C887506E4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2E652D-1BE6-0FF6-1E6E-A4D6B963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80275C-F920-B91E-9E70-EC7A8796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53C86-CB24-48D9-4030-EF1CD8A4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66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15A3A-103D-F3A2-9E8C-7CDDC2E4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498357-7644-2D19-5EC5-B2D02A067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BB9C54-DB95-20A6-A0AA-24E0BE50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29980C-E5E1-443F-E623-013610B1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2AC406-AEA4-D1EA-5665-28CAD177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537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DC3DC0-65A2-850F-9C5C-25752C065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E83942-60BE-EE61-6D72-414B72CE1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A86440-5C17-F796-AE67-D26F765C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8E2F45-38E0-75D6-432A-6D3BA8A1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9A3E4E-CDC3-281C-1669-FE20F4C3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2876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Libre Franklin"/>
              <a:buNone/>
              <a:defRPr sz="60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2679908" y="3956281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None/>
              <a:defRPr sz="135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752859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2584056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  <p:grpSp>
        <p:nvGrpSpPr>
          <p:cNvPr id="23" name="Google Shape;23;p5"/>
          <p:cNvGrpSpPr/>
          <p:nvPr/>
        </p:nvGrpSpPr>
        <p:grpSpPr>
          <a:xfrm>
            <a:off x="752858" y="744470"/>
            <a:ext cx="10674119" cy="5349671"/>
            <a:chOff x="564643" y="744469"/>
            <a:chExt cx="8005589" cy="5349671"/>
          </a:xfrm>
        </p:grpSpPr>
        <p:sp>
          <p:nvSpPr>
            <p:cNvPr id="24" name="Google Shape;24;p5"/>
            <p:cNvSpPr/>
            <p:nvPr/>
          </p:nvSpPr>
          <p:spPr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 extrusionOk="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5" name="Google Shape;25;p5"/>
            <p:cNvSpPr/>
            <p:nvPr/>
          </p:nvSpPr>
          <p:spPr>
            <a:xfrm rot="10800000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 extrusionOk="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835025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bg>
      <p:bgPr>
        <a:solidFill>
          <a:schemeClr val="dk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65025" y="1301362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Libre Franklin"/>
              <a:buNone/>
              <a:defRPr sz="60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738909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2584313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  <p:sp>
        <p:nvSpPr>
          <p:cNvPr id="38" name="Google Shape;38;p7"/>
          <p:cNvSpPr/>
          <p:nvPr/>
        </p:nvSpPr>
        <p:spPr>
          <a:xfrm>
            <a:off x="8151963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4125" h="5554" extrusionOk="0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" name="Google Shape;39;p7" title="Crop Mark"/>
          <p:cNvSpPr/>
          <p:nvPr/>
        </p:nvSpPr>
        <p:spPr>
          <a:xfrm>
            <a:off x="8151963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4125" h="5554" extrusionOk="0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5900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1371600" y="2286001"/>
            <a:ext cx="4447787" cy="358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6525403" y="2286001"/>
            <a:ext cx="4447787" cy="358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8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45" name="Google Shape;45;p8"/>
          <p:cNvSpPr txBox="1">
            <a:spLocks noGrp="1"/>
          </p:cNvSpPr>
          <p:nvPr>
            <p:ph type="ftr" idx="11"/>
          </p:nvPr>
        </p:nvSpPr>
        <p:spPr>
          <a:xfrm>
            <a:off x="2893565" y="6453386"/>
            <a:ext cx="6280831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9472737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6826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1371600" y="2340230"/>
            <a:ext cx="444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1371601" y="3305209"/>
            <a:ext cx="4447785" cy="256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3"/>
          </p:nvPr>
        </p:nvSpPr>
        <p:spPr>
          <a:xfrm>
            <a:off x="6525013" y="2349754"/>
            <a:ext cx="444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4"/>
          </p:nvPr>
        </p:nvSpPr>
        <p:spPr>
          <a:xfrm>
            <a:off x="6525013" y="3305209"/>
            <a:ext cx="4447787" cy="256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2893565" y="6453386"/>
            <a:ext cx="6280831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9472737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2837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893565" y="6453386"/>
            <a:ext cx="6280831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9472737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254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2893565" y="6453386"/>
            <a:ext cx="6280831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9472737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4332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/>
            </a:lvl1pPr>
            <a:lvl2pPr marL="914400" lvl="1" indent="-32385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/>
            </a:lvl2pPr>
            <a:lvl3pPr marL="1371600" lvl="2" indent="-314325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Char char="■"/>
              <a:defRPr sz="1350"/>
            </a:lvl3pPr>
            <a:lvl4pPr marL="1828800" lvl="3" indent="-314325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Char char="–"/>
              <a:defRPr sz="1350"/>
            </a:lvl4pPr>
            <a:lvl5pPr marL="2286000" lvl="4" indent="-304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/>
            </a:lvl5pPr>
            <a:lvl6pPr marL="2743200" lvl="5" indent="-304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–"/>
              <a:defRPr sz="1200"/>
            </a:lvl6pPr>
            <a:lvl7pPr marL="3200400" lvl="6" indent="-304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/>
            </a:lvl7pPr>
            <a:lvl8pPr marL="3657600" lvl="7" indent="-304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–"/>
              <a:defRPr sz="1200"/>
            </a:lvl8pPr>
            <a:lvl9pPr marL="4114800" lvl="8" indent="-30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2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750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723901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9883141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  <p:sp>
        <p:nvSpPr>
          <p:cNvPr id="73" name="Google Shape;73;p12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4" name="Google Shape;74;p12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01845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13"/>
          <p:cNvSpPr>
            <a:spLocks noGrp="1"/>
          </p:cNvSpPr>
          <p:nvPr>
            <p:ph type="pic" idx="2"/>
          </p:nvPr>
        </p:nvSpPr>
        <p:spPr>
          <a:xfrm>
            <a:off x="5532120" y="2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3"/>
          <p:cNvSpPr txBox="1">
            <a:spLocks noGrp="1"/>
          </p:cNvSpPr>
          <p:nvPr>
            <p:ph type="body" idx="1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750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dt" idx="10"/>
          </p:nvPr>
        </p:nvSpPr>
        <p:spPr>
          <a:xfrm>
            <a:off x="723901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81" name="Google Shape;81;p13"/>
          <p:cNvSpPr txBox="1">
            <a:spLocks noGrp="1"/>
          </p:cNvSpPr>
          <p:nvPr>
            <p:ph type="ftr" idx="11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9883141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  <p:sp>
        <p:nvSpPr>
          <p:cNvPr id="83" name="Google Shape;83;p13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4" name="Google Shape;84;p13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7950430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 rot="5400000">
            <a:off x="4386264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marL="914400" lvl="1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2893565" y="6453386"/>
            <a:ext cx="6280831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9472737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273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 rot="5400000">
            <a:off x="7546741" y="2251812"/>
            <a:ext cx="5243244" cy="198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 rot="5400000">
            <a:off x="2566327" y="-570571"/>
            <a:ext cx="5243244" cy="7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marL="914400" lvl="1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marL="2743200" lvl="5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marL="3657600" lvl="7" indent="-3429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2893565" y="6453386"/>
            <a:ext cx="6280831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S"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9472737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96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C701B5-0184-984A-EEB7-FD7D051B7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066E5B-6026-41AF-2452-E8CAC4A21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39F9A1-3DA2-9651-9C79-67160C21F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0A6155-E01A-2F86-04B5-AC64FDBD6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A6CE79-EF27-2A05-86B3-2E868B0BC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00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sz="4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56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sz="20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sz="18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02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02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sz="16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sz="1400" b="0" i="1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624C67AE-8B33-4C91-A8F4-4E46E26655C5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2893565" y="6453386"/>
            <a:ext cx="6280831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 lang="es-ES"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9472737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F09D0F8B-3633-4E1E-A1D0-02A33564A02B}" type="slidenum">
              <a:rPr lang="es-ES" smtClean="0"/>
              <a:t>‹#›</a:t>
            </a:fld>
            <a:endParaRPr lang="es-ES"/>
          </a:p>
        </p:txBody>
      </p:sp>
      <p:sp>
        <p:nvSpPr>
          <p:cNvPr id="15" name="Google Shape;15;p4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4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2585247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pos="6912">
          <p15:clr>
            <a:srgbClr val="F26B43"/>
          </p15:clr>
        </p15:guide>
        <p15:guide id="3" pos="936">
          <p15:clr>
            <a:srgbClr val="F26B43"/>
          </p15:clr>
        </p15:guide>
        <p15:guide id="4" pos="864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5184">
          <p15:clr>
            <a:srgbClr val="F26B43"/>
          </p15:clr>
        </p15:guide>
        <p15:guide id="10" pos="702">
          <p15:clr>
            <a:srgbClr val="F26B43"/>
          </p15:clr>
        </p15:guide>
        <p15:guide id="11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13699-ED26-0516-7727-DAF320846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744" y="1340588"/>
            <a:ext cx="9144000" cy="2387600"/>
          </a:xfrm>
        </p:spPr>
        <p:txBody>
          <a:bodyPr/>
          <a:lstStyle/>
          <a:p>
            <a:r>
              <a:rPr lang="es-MX" noProof="0" dirty="0"/>
              <a:t>CLIP MACHINE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FF0BA-1772-5CF6-0409-A29F65A891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s-MX" sz="11200" noProof="0" dirty="0"/>
              <a:t>Manual HMI</a:t>
            </a:r>
            <a:endParaRPr lang="es-MX" sz="14400" noProof="0" dirty="0"/>
          </a:p>
          <a:p>
            <a:r>
              <a:rPr lang="es-MX" sz="7200" noProof="0" dirty="0"/>
              <a:t>DMI Industries </a:t>
            </a:r>
            <a:r>
              <a:rPr lang="es-MX" sz="7200" noProof="0" dirty="0" err="1"/>
              <a:t>Supplies</a:t>
            </a:r>
            <a:r>
              <a:rPr lang="es-MX" sz="7200" noProof="0" dirty="0"/>
              <a:t> Inc.</a:t>
            </a:r>
          </a:p>
          <a:p>
            <a:endParaRPr lang="es-MX" sz="5600" noProof="0" dirty="0"/>
          </a:p>
          <a:p>
            <a:r>
              <a:rPr lang="es-MX" sz="5600" dirty="0"/>
              <a:t>Departamento de Programación</a:t>
            </a:r>
            <a:endParaRPr lang="es-MX" sz="5600" noProof="0" dirty="0"/>
          </a:p>
          <a:p>
            <a:r>
              <a:rPr lang="es-MX" sz="5600" dirty="0"/>
              <a:t>Rev 1.2</a:t>
            </a:r>
            <a:endParaRPr lang="es-MX" sz="5600" noProof="0" dirty="0"/>
          </a:p>
          <a:p>
            <a:endParaRPr lang="es-MX" noProof="0" dirty="0"/>
          </a:p>
          <a:p>
            <a:endParaRPr lang="es-MX" noProof="0" dirty="0"/>
          </a:p>
        </p:txBody>
      </p:sp>
      <p:pic>
        <p:nvPicPr>
          <p:cNvPr id="8" name="Google Shape;102;p1">
            <a:extLst>
              <a:ext uri="{FF2B5EF4-FFF2-40B4-BE49-F238E27FC236}">
                <a16:creationId xmlns:a16="http://schemas.microsoft.com/office/drawing/2014/main" id="{BD5CD0D5-298C-228B-DEA9-81CB8F725519}"/>
              </a:ext>
            </a:extLst>
          </p:cNvPr>
          <p:cNvPicPr preferRelativeResize="0"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382076" y="1308909"/>
            <a:ext cx="1657337" cy="1627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89E3C0-DC34-BF1B-F648-52EF816D4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722" y="930219"/>
            <a:ext cx="3313388" cy="186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AA9AB6-9359-AD65-4333-A9D31AAD5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500" y="1619724"/>
            <a:ext cx="4941027" cy="371156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66D1751-7D6D-0290-D30D-DFAB4BAD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>
                <a:solidFill>
                  <a:schemeClr val="accent1">
                    <a:lumMod val="50000"/>
                  </a:schemeClr>
                </a:solidFill>
              </a:rPr>
              <a:t>Pantalla Menú Principal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83FCFB-E11E-509F-BC41-0FF8DB24B038}"/>
              </a:ext>
            </a:extLst>
          </p:cNvPr>
          <p:cNvSpPr txBox="1"/>
          <p:nvPr/>
        </p:nvSpPr>
        <p:spPr>
          <a:xfrm>
            <a:off x="609648" y="4489391"/>
            <a:ext cx="242147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Menú Principal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A0D86D0-0552-1FF5-6424-202985AC629F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031123" y="4720224"/>
            <a:ext cx="974820" cy="2700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A2F9507-A866-7683-582D-D4D9D8F7117D}"/>
              </a:ext>
            </a:extLst>
          </p:cNvPr>
          <p:cNvSpPr txBox="1"/>
          <p:nvPr/>
        </p:nvSpPr>
        <p:spPr>
          <a:xfrm>
            <a:off x="612513" y="5073694"/>
            <a:ext cx="242147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Automático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2DC63CE-D90F-D940-13CC-6E1F53B5D9B4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033988" y="5194094"/>
            <a:ext cx="1529185" cy="1104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47023E9-9D80-8829-71EE-459E51EC2D06}"/>
              </a:ext>
            </a:extLst>
          </p:cNvPr>
          <p:cNvSpPr txBox="1"/>
          <p:nvPr/>
        </p:nvSpPr>
        <p:spPr>
          <a:xfrm>
            <a:off x="3674525" y="5999526"/>
            <a:ext cx="242147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Manual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4F729AD-9DAF-AEF0-4CB0-5EEADDD5884E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4885263" y="5128822"/>
            <a:ext cx="1071051" cy="8707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40F6157-254D-2254-95C9-76D426E84A32}"/>
              </a:ext>
            </a:extLst>
          </p:cNvPr>
          <p:cNvSpPr txBox="1"/>
          <p:nvPr/>
        </p:nvSpPr>
        <p:spPr>
          <a:xfrm>
            <a:off x="8932891" y="1786965"/>
            <a:ext cx="215420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Ingeniería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24AA15F-2255-BB04-F5EC-9E32431DAF89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6644722" y="2017798"/>
            <a:ext cx="2288169" cy="10461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319BE044-0565-4617-1472-FB20C8898536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051968" y="2881498"/>
            <a:ext cx="880923" cy="3799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84F2E24-1512-7088-E5FA-8CC6986DD5B4}"/>
              </a:ext>
            </a:extLst>
          </p:cNvPr>
          <p:cNvSpPr txBox="1"/>
          <p:nvPr/>
        </p:nvSpPr>
        <p:spPr>
          <a:xfrm>
            <a:off x="8853435" y="4428049"/>
            <a:ext cx="223366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Alarmas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910B02F0-880E-DFE7-FF4B-EBEDAABB773E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8547971" y="4658882"/>
            <a:ext cx="305464" cy="3337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CDB1838-AACE-A88F-CE13-0A70A6E9FA92}"/>
              </a:ext>
            </a:extLst>
          </p:cNvPr>
          <p:cNvSpPr txBox="1"/>
          <p:nvPr/>
        </p:nvSpPr>
        <p:spPr>
          <a:xfrm>
            <a:off x="8853435" y="5146455"/>
            <a:ext cx="223366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Cierra sesión de Usuario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7E6D1248-A23F-B775-216C-00D91EB1D52F}"/>
              </a:ext>
            </a:extLst>
          </p:cNvPr>
          <p:cNvCxnSpPr>
            <a:cxnSpLocks/>
            <a:stCxn id="65" idx="1"/>
          </p:cNvCxnSpPr>
          <p:nvPr/>
        </p:nvCxnSpPr>
        <p:spPr>
          <a:xfrm flipH="1" flipV="1">
            <a:off x="7286356" y="5063481"/>
            <a:ext cx="1578338" cy="10464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132A6F2-3B08-11B9-4745-3B796CB6B826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3031124" y="3429000"/>
            <a:ext cx="1529185" cy="6440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48">
            <a:extLst>
              <a:ext uri="{FF2B5EF4-FFF2-40B4-BE49-F238E27FC236}">
                <a16:creationId xmlns:a16="http://schemas.microsoft.com/office/drawing/2014/main" id="{30F5645D-532D-3B7E-C2C8-C4957693353B}"/>
              </a:ext>
            </a:extLst>
          </p:cNvPr>
          <p:cNvSpPr txBox="1"/>
          <p:nvPr/>
        </p:nvSpPr>
        <p:spPr>
          <a:xfrm>
            <a:off x="6530829" y="5808830"/>
            <a:ext cx="218317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Datos de Producción</a:t>
            </a:r>
          </a:p>
        </p:txBody>
      </p:sp>
      <p:sp>
        <p:nvSpPr>
          <p:cNvPr id="26" name="CuadroTexto 48">
            <a:extLst>
              <a:ext uri="{FF2B5EF4-FFF2-40B4-BE49-F238E27FC236}">
                <a16:creationId xmlns:a16="http://schemas.microsoft.com/office/drawing/2014/main" id="{6264C92F-4CED-081D-07A3-21CEA2E1CDB8}"/>
              </a:ext>
            </a:extLst>
          </p:cNvPr>
          <p:cNvSpPr txBox="1"/>
          <p:nvPr/>
        </p:nvSpPr>
        <p:spPr>
          <a:xfrm>
            <a:off x="611822" y="3842256"/>
            <a:ext cx="241930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Home Estatus</a:t>
            </a:r>
          </a:p>
        </p:txBody>
      </p:sp>
      <p:cxnSp>
        <p:nvCxnSpPr>
          <p:cNvPr id="53" name="Conector recto de flecha 28">
            <a:extLst>
              <a:ext uri="{FF2B5EF4-FFF2-40B4-BE49-F238E27FC236}">
                <a16:creationId xmlns:a16="http://schemas.microsoft.com/office/drawing/2014/main" id="{66E4DB72-CFBE-01EE-DDD0-231143C5CF05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6644722" y="5052622"/>
            <a:ext cx="977696" cy="7562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48">
            <a:extLst>
              <a:ext uri="{FF2B5EF4-FFF2-40B4-BE49-F238E27FC236}">
                <a16:creationId xmlns:a16="http://schemas.microsoft.com/office/drawing/2014/main" id="{BFE921A3-9709-8D63-347E-0D8B9EE9D4B8}"/>
              </a:ext>
            </a:extLst>
          </p:cNvPr>
          <p:cNvSpPr txBox="1"/>
          <p:nvPr/>
        </p:nvSpPr>
        <p:spPr>
          <a:xfrm>
            <a:off x="612513" y="5651108"/>
            <a:ext cx="241861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entradas</a:t>
            </a:r>
          </a:p>
        </p:txBody>
      </p:sp>
      <p:sp>
        <p:nvSpPr>
          <p:cNvPr id="65" name="CuadroTexto 48">
            <a:extLst>
              <a:ext uri="{FF2B5EF4-FFF2-40B4-BE49-F238E27FC236}">
                <a16:creationId xmlns:a16="http://schemas.microsoft.com/office/drawing/2014/main" id="{C41FD86E-936C-1047-13E3-AD755C447E25}"/>
              </a:ext>
            </a:extLst>
          </p:cNvPr>
          <p:cNvSpPr txBox="1"/>
          <p:nvPr/>
        </p:nvSpPr>
        <p:spPr>
          <a:xfrm>
            <a:off x="8864694" y="5879126"/>
            <a:ext cx="223366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Envía a pantalla de Usuario</a:t>
            </a:r>
          </a:p>
        </p:txBody>
      </p:sp>
      <p:cxnSp>
        <p:nvCxnSpPr>
          <p:cNvPr id="66" name="Conector recto de flecha 49">
            <a:extLst>
              <a:ext uri="{FF2B5EF4-FFF2-40B4-BE49-F238E27FC236}">
                <a16:creationId xmlns:a16="http://schemas.microsoft.com/office/drawing/2014/main" id="{AFD67F58-1F42-6156-A13D-7601579D74E3}"/>
              </a:ext>
            </a:extLst>
          </p:cNvPr>
          <p:cNvCxnSpPr>
            <a:cxnSpLocks/>
            <a:stCxn id="49" idx="1"/>
          </p:cNvCxnSpPr>
          <p:nvPr/>
        </p:nvCxnSpPr>
        <p:spPr>
          <a:xfrm flipH="1" flipV="1">
            <a:off x="7736311" y="5164851"/>
            <a:ext cx="1117124" cy="2124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14">
            <a:extLst>
              <a:ext uri="{FF2B5EF4-FFF2-40B4-BE49-F238E27FC236}">
                <a16:creationId xmlns:a16="http://schemas.microsoft.com/office/drawing/2014/main" id="{F39881CE-1D71-72AB-1939-02D11219E2FD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3031123" y="5292298"/>
            <a:ext cx="2512958" cy="5896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5">
            <a:extLst>
              <a:ext uri="{FF2B5EF4-FFF2-40B4-BE49-F238E27FC236}">
                <a16:creationId xmlns:a16="http://schemas.microsoft.com/office/drawing/2014/main" id="{EB081ABB-DCB2-F3B1-CAD0-569E9E7D67F3}"/>
              </a:ext>
            </a:extLst>
          </p:cNvPr>
          <p:cNvSpPr txBox="1"/>
          <p:nvPr/>
        </p:nvSpPr>
        <p:spPr>
          <a:xfrm>
            <a:off x="8932891" y="2558332"/>
            <a:ext cx="2154209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Purgar Celda</a:t>
            </a:r>
          </a:p>
        </p:txBody>
      </p:sp>
    </p:spTree>
    <p:extLst>
      <p:ext uri="{BB962C8B-B14F-4D97-AF65-F5344CB8AC3E}">
        <p14:creationId xmlns:p14="http://schemas.microsoft.com/office/powerpoint/2010/main" val="279993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55D0B-1799-4ACB-8644-D0209BE4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21FD1F-BD7B-DDB5-B59C-17FCB3EF0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579" y="1598355"/>
            <a:ext cx="5889972" cy="44289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770B962-E07A-F265-130A-BC215070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noProof="0" dirty="0">
                <a:solidFill>
                  <a:schemeClr val="accent1">
                    <a:lumMod val="50000"/>
                  </a:schemeClr>
                </a:solidFill>
              </a:rPr>
              <a:t>Pantalla Modo Automático</a:t>
            </a:r>
          </a:p>
        </p:txBody>
      </p:sp>
      <p:sp>
        <p:nvSpPr>
          <p:cNvPr id="21" name="CuadroTexto 27">
            <a:extLst>
              <a:ext uri="{FF2B5EF4-FFF2-40B4-BE49-F238E27FC236}">
                <a16:creationId xmlns:a16="http://schemas.microsoft.com/office/drawing/2014/main" id="{D467BFF1-68EC-8FB4-544B-9BFCD80FFE85}"/>
              </a:ext>
            </a:extLst>
          </p:cNvPr>
          <p:cNvSpPr txBox="1"/>
          <p:nvPr/>
        </p:nvSpPr>
        <p:spPr>
          <a:xfrm>
            <a:off x="9618632" y="1293555"/>
            <a:ext cx="211661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 de instrucciones:</a:t>
            </a:r>
          </a:p>
          <a:p>
            <a:r>
              <a:rPr lang="es-MX" sz="1200" noProof="0" dirty="0"/>
              <a:t>Visualiza instrucciones de Operación de estación</a:t>
            </a:r>
          </a:p>
        </p:txBody>
      </p:sp>
      <p:cxnSp>
        <p:nvCxnSpPr>
          <p:cNvPr id="22" name="Conector recto de flecha 28">
            <a:extLst>
              <a:ext uri="{FF2B5EF4-FFF2-40B4-BE49-F238E27FC236}">
                <a16:creationId xmlns:a16="http://schemas.microsoft.com/office/drawing/2014/main" id="{67AED105-A940-B450-3F32-9D95A832BE5C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8928100" y="1616721"/>
            <a:ext cx="690532" cy="6693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27">
            <a:extLst>
              <a:ext uri="{FF2B5EF4-FFF2-40B4-BE49-F238E27FC236}">
                <a16:creationId xmlns:a16="http://schemas.microsoft.com/office/drawing/2014/main" id="{CB5EBD6B-FDD0-04CD-F353-25D4599D2BA8}"/>
              </a:ext>
            </a:extLst>
          </p:cNvPr>
          <p:cNvSpPr txBox="1"/>
          <p:nvPr/>
        </p:nvSpPr>
        <p:spPr>
          <a:xfrm>
            <a:off x="240260" y="5879569"/>
            <a:ext cx="243890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Referencia visual de status de piezas en </a:t>
            </a:r>
            <a:r>
              <a:rPr lang="es-MX" sz="1200" noProof="0" dirty="0" err="1"/>
              <a:t>conveyor</a:t>
            </a:r>
            <a:r>
              <a:rPr lang="es-MX" sz="1200" noProof="0" dirty="0"/>
              <a:t>.</a:t>
            </a:r>
          </a:p>
        </p:txBody>
      </p:sp>
      <p:cxnSp>
        <p:nvCxnSpPr>
          <p:cNvPr id="44" name="Conector recto de flecha 28">
            <a:extLst>
              <a:ext uri="{FF2B5EF4-FFF2-40B4-BE49-F238E27FC236}">
                <a16:creationId xmlns:a16="http://schemas.microsoft.com/office/drawing/2014/main" id="{EE2EE3FD-3B66-484C-744D-CCB465D65279}"/>
              </a:ext>
            </a:extLst>
          </p:cNvPr>
          <p:cNvCxnSpPr>
            <a:cxnSpLocks/>
            <a:stCxn id="36" idx="3"/>
            <a:endCxn id="10" idx="1"/>
          </p:cNvCxnSpPr>
          <p:nvPr/>
        </p:nvCxnSpPr>
        <p:spPr>
          <a:xfrm flipV="1">
            <a:off x="2679168" y="4478894"/>
            <a:ext cx="2046821" cy="17238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27">
            <a:extLst>
              <a:ext uri="{FF2B5EF4-FFF2-40B4-BE49-F238E27FC236}">
                <a16:creationId xmlns:a16="http://schemas.microsoft.com/office/drawing/2014/main" id="{98137F1E-2A78-4AC3-5874-89848F21169D}"/>
              </a:ext>
            </a:extLst>
          </p:cNvPr>
          <p:cNvSpPr txBox="1"/>
          <p:nvPr/>
        </p:nvSpPr>
        <p:spPr>
          <a:xfrm>
            <a:off x="261130" y="2399804"/>
            <a:ext cx="2414873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Cantidad de piezas actuales en cajas y </a:t>
            </a:r>
            <a:r>
              <a:rPr lang="es-MX" sz="1200" noProof="0" dirty="0" err="1"/>
              <a:t>bin</a:t>
            </a:r>
            <a:r>
              <a:rPr lang="es-MX" sz="1200" noProof="0" dirty="0"/>
              <a:t> de </a:t>
            </a:r>
            <a:r>
              <a:rPr lang="es-MX" sz="1200" noProof="0" dirty="0" err="1"/>
              <a:t>scrap</a:t>
            </a:r>
            <a:r>
              <a:rPr lang="es-MX" sz="1200" dirty="0"/>
              <a:t>. </a:t>
            </a:r>
            <a:r>
              <a:rPr lang="es-MX" sz="1200" noProof="0" dirty="0"/>
              <a:t>Editable al abrir sesión como usuario.</a:t>
            </a:r>
          </a:p>
        </p:txBody>
      </p:sp>
      <p:cxnSp>
        <p:nvCxnSpPr>
          <p:cNvPr id="7" name="Conector recto de flecha 28">
            <a:extLst>
              <a:ext uri="{FF2B5EF4-FFF2-40B4-BE49-F238E27FC236}">
                <a16:creationId xmlns:a16="http://schemas.microsoft.com/office/drawing/2014/main" id="{B1121D54-DAE2-7A4E-9C05-B9E8B0FC965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676003" y="2815303"/>
            <a:ext cx="577975" cy="7059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F9C5A13-4906-9DDB-189B-4FBE7889C145}"/>
              </a:ext>
            </a:extLst>
          </p:cNvPr>
          <p:cNvSpPr/>
          <p:nvPr/>
        </p:nvSpPr>
        <p:spPr>
          <a:xfrm>
            <a:off x="4725989" y="4155793"/>
            <a:ext cx="3561667" cy="6462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6303D0-60C1-4885-7DE5-4229701A0B80}"/>
              </a:ext>
            </a:extLst>
          </p:cNvPr>
          <p:cNvSpPr/>
          <p:nvPr/>
        </p:nvSpPr>
        <p:spPr>
          <a:xfrm>
            <a:off x="3219846" y="3240724"/>
            <a:ext cx="763540" cy="9126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5" name="CuadroTexto 27">
            <a:extLst>
              <a:ext uri="{FF2B5EF4-FFF2-40B4-BE49-F238E27FC236}">
                <a16:creationId xmlns:a16="http://schemas.microsoft.com/office/drawing/2014/main" id="{DACB695E-D60D-97C2-921E-01A53367ED87}"/>
              </a:ext>
            </a:extLst>
          </p:cNvPr>
          <p:cNvSpPr txBox="1"/>
          <p:nvPr/>
        </p:nvSpPr>
        <p:spPr>
          <a:xfrm>
            <a:off x="261131" y="4185916"/>
            <a:ext cx="241487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Inicia el modo purga de la estación</a:t>
            </a:r>
            <a:r>
              <a:rPr lang="es-MX" sz="1200" dirty="0"/>
              <a:t>n en ciclo automático.</a:t>
            </a:r>
            <a:endParaRPr lang="es-MX" sz="1200" noProof="0" dirty="0"/>
          </a:p>
        </p:txBody>
      </p:sp>
      <p:cxnSp>
        <p:nvCxnSpPr>
          <p:cNvPr id="26" name="Conector recto de flecha 28">
            <a:extLst>
              <a:ext uri="{FF2B5EF4-FFF2-40B4-BE49-F238E27FC236}">
                <a16:creationId xmlns:a16="http://schemas.microsoft.com/office/drawing/2014/main" id="{10330156-B262-9BAC-7EAC-F962C118BD78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676004" y="4509082"/>
            <a:ext cx="666787" cy="454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27">
            <a:extLst>
              <a:ext uri="{FF2B5EF4-FFF2-40B4-BE49-F238E27FC236}">
                <a16:creationId xmlns:a16="http://schemas.microsoft.com/office/drawing/2014/main" id="{CED47BD5-639C-FB5D-3F8E-445413074421}"/>
              </a:ext>
            </a:extLst>
          </p:cNvPr>
          <p:cNvSpPr txBox="1"/>
          <p:nvPr/>
        </p:nvSpPr>
        <p:spPr>
          <a:xfrm>
            <a:off x="261130" y="1635786"/>
            <a:ext cx="241487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presencia (verde) o ausencia (rojo) de cajas/</a:t>
            </a:r>
            <a:r>
              <a:rPr lang="es-MX" sz="1200" noProof="0" dirty="0" err="1"/>
              <a:t>bin</a:t>
            </a:r>
            <a:r>
              <a:rPr lang="es-MX" sz="1200" noProof="0" dirty="0"/>
              <a:t> de </a:t>
            </a:r>
            <a:r>
              <a:rPr lang="es-MX" sz="1200" noProof="0" dirty="0" err="1"/>
              <a:t>scrap</a:t>
            </a:r>
            <a:endParaRPr lang="es-MX" sz="12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3661C9-284E-3EF1-2647-ED15306447C3}"/>
              </a:ext>
            </a:extLst>
          </p:cNvPr>
          <p:cNvSpPr/>
          <p:nvPr/>
        </p:nvSpPr>
        <p:spPr>
          <a:xfrm>
            <a:off x="4054203" y="3346449"/>
            <a:ext cx="210275" cy="7493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1E7854-0328-3237-80D0-2AF1E4F99D73}"/>
              </a:ext>
            </a:extLst>
          </p:cNvPr>
          <p:cNvSpPr/>
          <p:nvPr/>
        </p:nvSpPr>
        <p:spPr>
          <a:xfrm>
            <a:off x="4344522" y="3346270"/>
            <a:ext cx="210275" cy="486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37" name="Conector recto de flecha 28">
            <a:extLst>
              <a:ext uri="{FF2B5EF4-FFF2-40B4-BE49-F238E27FC236}">
                <a16:creationId xmlns:a16="http://schemas.microsoft.com/office/drawing/2014/main" id="{98D41987-767C-FE60-1E22-8D0D3FE04603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2676003" y="1958952"/>
            <a:ext cx="1378200" cy="17621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27">
            <a:extLst>
              <a:ext uri="{FF2B5EF4-FFF2-40B4-BE49-F238E27FC236}">
                <a16:creationId xmlns:a16="http://schemas.microsoft.com/office/drawing/2014/main" id="{1B5EFED2-3CF5-564C-2DB4-91E1B7866D0D}"/>
              </a:ext>
            </a:extLst>
          </p:cNvPr>
          <p:cNvSpPr txBox="1"/>
          <p:nvPr/>
        </p:nvSpPr>
        <p:spPr>
          <a:xfrm>
            <a:off x="240260" y="874795"/>
            <a:ext cx="241487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Indican puerta abierta (verde) o cerrada (rojo)</a:t>
            </a:r>
          </a:p>
        </p:txBody>
      </p:sp>
      <p:cxnSp>
        <p:nvCxnSpPr>
          <p:cNvPr id="42" name="Conector recto de flecha 28">
            <a:extLst>
              <a:ext uri="{FF2B5EF4-FFF2-40B4-BE49-F238E27FC236}">
                <a16:creationId xmlns:a16="http://schemas.microsoft.com/office/drawing/2014/main" id="{3D5FEF5E-1EBE-3926-AC93-98BE1A9A6FAF}"/>
              </a:ext>
            </a:extLst>
          </p:cNvPr>
          <p:cNvCxnSpPr>
            <a:cxnSpLocks/>
            <a:stCxn id="41" idx="3"/>
            <a:endCxn id="35" idx="0"/>
          </p:cNvCxnSpPr>
          <p:nvPr/>
        </p:nvCxnSpPr>
        <p:spPr>
          <a:xfrm>
            <a:off x="2655133" y="1197961"/>
            <a:ext cx="1794527" cy="21483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27">
            <a:extLst>
              <a:ext uri="{FF2B5EF4-FFF2-40B4-BE49-F238E27FC236}">
                <a16:creationId xmlns:a16="http://schemas.microsoft.com/office/drawing/2014/main" id="{9C02765F-6A43-8DE7-805A-BD4B0BED675C}"/>
              </a:ext>
            </a:extLst>
          </p:cNvPr>
          <p:cNvSpPr txBox="1"/>
          <p:nvPr/>
        </p:nvSpPr>
        <p:spPr>
          <a:xfrm>
            <a:off x="3234661" y="6106423"/>
            <a:ext cx="241487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Numero de parte y descripción de componentes del modelo actual</a:t>
            </a:r>
          </a:p>
        </p:txBody>
      </p:sp>
      <p:cxnSp>
        <p:nvCxnSpPr>
          <p:cNvPr id="51" name="Conector recto de flecha 28">
            <a:extLst>
              <a:ext uri="{FF2B5EF4-FFF2-40B4-BE49-F238E27FC236}">
                <a16:creationId xmlns:a16="http://schemas.microsoft.com/office/drawing/2014/main" id="{AD7DA01A-EA0D-16D5-E2DA-77FE507CD772}"/>
              </a:ext>
            </a:extLst>
          </p:cNvPr>
          <p:cNvCxnSpPr>
            <a:cxnSpLocks/>
            <a:stCxn id="50" idx="0"/>
            <a:endCxn id="54" idx="2"/>
          </p:cNvCxnSpPr>
          <p:nvPr/>
        </p:nvCxnSpPr>
        <p:spPr>
          <a:xfrm flipV="1">
            <a:off x="4442098" y="5457805"/>
            <a:ext cx="1289793" cy="6486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16597FC-E575-7D68-14B2-233014402BE4}"/>
              </a:ext>
            </a:extLst>
          </p:cNvPr>
          <p:cNvSpPr/>
          <p:nvPr/>
        </p:nvSpPr>
        <p:spPr>
          <a:xfrm>
            <a:off x="4729153" y="4854583"/>
            <a:ext cx="2005476" cy="6032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7" name="CuadroTexto 27">
            <a:extLst>
              <a:ext uri="{FF2B5EF4-FFF2-40B4-BE49-F238E27FC236}">
                <a16:creationId xmlns:a16="http://schemas.microsoft.com/office/drawing/2014/main" id="{03A112D8-7BE9-C66A-4187-D67AEEF34622}"/>
              </a:ext>
            </a:extLst>
          </p:cNvPr>
          <p:cNvSpPr txBox="1"/>
          <p:nvPr/>
        </p:nvSpPr>
        <p:spPr>
          <a:xfrm>
            <a:off x="9620886" y="3391176"/>
            <a:ext cx="2114357" cy="138499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dirty="0"/>
              <a:t>Modelo Actual de estación. Color Verde Indica cambio de receta de herramental exitoso. Revise sección de modelo en pantalla de Home para mas información.</a:t>
            </a:r>
            <a:endParaRPr lang="es-MX" sz="1200" noProof="0" dirty="0"/>
          </a:p>
        </p:txBody>
      </p:sp>
      <p:cxnSp>
        <p:nvCxnSpPr>
          <p:cNvPr id="58" name="Conector recto de flecha 28">
            <a:extLst>
              <a:ext uri="{FF2B5EF4-FFF2-40B4-BE49-F238E27FC236}">
                <a16:creationId xmlns:a16="http://schemas.microsoft.com/office/drawing/2014/main" id="{824FD286-A9F4-5A3C-0AB4-2BEC3CA162AC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7596376" y="4083674"/>
            <a:ext cx="2024510" cy="117597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28">
            <a:extLst>
              <a:ext uri="{FF2B5EF4-FFF2-40B4-BE49-F238E27FC236}">
                <a16:creationId xmlns:a16="http://schemas.microsoft.com/office/drawing/2014/main" id="{F7E02D5C-770C-F8C1-1021-8AB031CD8954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7596376" y="2935925"/>
            <a:ext cx="2024510" cy="20600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27">
            <a:extLst>
              <a:ext uri="{FF2B5EF4-FFF2-40B4-BE49-F238E27FC236}">
                <a16:creationId xmlns:a16="http://schemas.microsoft.com/office/drawing/2014/main" id="{0FF02764-C587-66E8-4FF9-12DBEFA86AB0}"/>
              </a:ext>
            </a:extLst>
          </p:cNvPr>
          <p:cNvSpPr txBox="1"/>
          <p:nvPr/>
        </p:nvSpPr>
        <p:spPr>
          <a:xfrm>
            <a:off x="9620886" y="2612759"/>
            <a:ext cx="211435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dirty="0"/>
              <a:t>Selector de Modelo. Editable en modo manual</a:t>
            </a:r>
            <a:endParaRPr lang="es-MX" sz="1200" noProof="0" dirty="0"/>
          </a:p>
        </p:txBody>
      </p:sp>
      <p:sp>
        <p:nvSpPr>
          <p:cNvPr id="73" name="CuadroTexto 27">
            <a:extLst>
              <a:ext uri="{FF2B5EF4-FFF2-40B4-BE49-F238E27FC236}">
                <a16:creationId xmlns:a16="http://schemas.microsoft.com/office/drawing/2014/main" id="{43D00313-D88D-3B4C-C5E6-1C682E2B6095}"/>
              </a:ext>
            </a:extLst>
          </p:cNvPr>
          <p:cNvSpPr txBox="1"/>
          <p:nvPr/>
        </p:nvSpPr>
        <p:spPr>
          <a:xfrm>
            <a:off x="9618632" y="4924255"/>
            <a:ext cx="211661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Genera cambio de modelo acorde al seleccionado</a:t>
            </a:r>
            <a:endParaRPr lang="es-MX" sz="1200" noProof="0" dirty="0"/>
          </a:p>
        </p:txBody>
      </p:sp>
      <p:sp>
        <p:nvSpPr>
          <p:cNvPr id="77" name="CuadroTexto 27">
            <a:extLst>
              <a:ext uri="{FF2B5EF4-FFF2-40B4-BE49-F238E27FC236}">
                <a16:creationId xmlns:a16="http://schemas.microsoft.com/office/drawing/2014/main" id="{FCF7658D-5F4D-D738-8FAE-C70B67773AC8}"/>
              </a:ext>
            </a:extLst>
          </p:cNvPr>
          <p:cNvSpPr txBox="1"/>
          <p:nvPr/>
        </p:nvSpPr>
        <p:spPr>
          <a:xfrm>
            <a:off x="9620886" y="2055282"/>
            <a:ext cx="211661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Control de Operación de Celda</a:t>
            </a:r>
            <a:endParaRPr lang="es-MX" sz="1200" noProof="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F646133-DDF4-71C4-379F-56E4BE2428B8}"/>
              </a:ext>
            </a:extLst>
          </p:cNvPr>
          <p:cNvSpPr/>
          <p:nvPr/>
        </p:nvSpPr>
        <p:spPr>
          <a:xfrm>
            <a:off x="8374528" y="3084923"/>
            <a:ext cx="766024" cy="23982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74" name="Conector recto de flecha 28">
            <a:extLst>
              <a:ext uri="{FF2B5EF4-FFF2-40B4-BE49-F238E27FC236}">
                <a16:creationId xmlns:a16="http://schemas.microsoft.com/office/drawing/2014/main" id="{1470B0B3-03EF-240D-84B4-BDC631183A22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8287656" y="5241279"/>
            <a:ext cx="1330976" cy="61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28">
            <a:extLst>
              <a:ext uri="{FF2B5EF4-FFF2-40B4-BE49-F238E27FC236}">
                <a16:creationId xmlns:a16="http://schemas.microsoft.com/office/drawing/2014/main" id="{30B3945D-ECE1-A01F-86C6-2FC9A3C424D7}"/>
              </a:ext>
            </a:extLst>
          </p:cNvPr>
          <p:cNvCxnSpPr>
            <a:cxnSpLocks/>
            <a:stCxn id="77" idx="1"/>
          </p:cNvCxnSpPr>
          <p:nvPr/>
        </p:nvCxnSpPr>
        <p:spPr>
          <a:xfrm flipH="1">
            <a:off x="9140551" y="2286115"/>
            <a:ext cx="480335" cy="7734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uadroTexto 27">
            <a:extLst>
              <a:ext uri="{FF2B5EF4-FFF2-40B4-BE49-F238E27FC236}">
                <a16:creationId xmlns:a16="http://schemas.microsoft.com/office/drawing/2014/main" id="{C1F30B46-FCDE-6B36-15B8-F9476361E65D}"/>
              </a:ext>
            </a:extLst>
          </p:cNvPr>
          <p:cNvSpPr txBox="1"/>
          <p:nvPr/>
        </p:nvSpPr>
        <p:spPr>
          <a:xfrm>
            <a:off x="262168" y="4955788"/>
            <a:ext cx="2414872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Dirige a Pantalla de estatus de Home</a:t>
            </a:r>
            <a:endParaRPr lang="es-MX" sz="1200" noProof="0" dirty="0"/>
          </a:p>
        </p:txBody>
      </p:sp>
      <p:cxnSp>
        <p:nvCxnSpPr>
          <p:cNvPr id="121" name="Conector recto de flecha 28">
            <a:extLst>
              <a:ext uri="{FF2B5EF4-FFF2-40B4-BE49-F238E27FC236}">
                <a16:creationId xmlns:a16="http://schemas.microsoft.com/office/drawing/2014/main" id="{CDD6CE97-BDC6-7F21-450E-F28C427F5020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2677040" y="5118100"/>
            <a:ext cx="777360" cy="1608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9">
            <a:extLst>
              <a:ext uri="{FF2B5EF4-FFF2-40B4-BE49-F238E27FC236}">
                <a16:creationId xmlns:a16="http://schemas.microsoft.com/office/drawing/2014/main" id="{1C275025-A4BB-5AAB-353C-629201A9B692}"/>
              </a:ext>
            </a:extLst>
          </p:cNvPr>
          <p:cNvSpPr txBox="1"/>
          <p:nvPr/>
        </p:nvSpPr>
        <p:spPr>
          <a:xfrm>
            <a:off x="9618632" y="5704154"/>
            <a:ext cx="211661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Activa el soplador de aire manual del </a:t>
            </a:r>
            <a:r>
              <a:rPr lang="es-MX" sz="1200" noProof="0" dirty="0" err="1"/>
              <a:t>feeder</a:t>
            </a:r>
            <a:r>
              <a:rPr lang="es-MX" sz="1200" noProof="0" dirty="0"/>
              <a:t> 2</a:t>
            </a:r>
          </a:p>
        </p:txBody>
      </p:sp>
      <p:cxnSp>
        <p:nvCxnSpPr>
          <p:cNvPr id="27" name="Conector recto de flecha 28">
            <a:extLst>
              <a:ext uri="{FF2B5EF4-FFF2-40B4-BE49-F238E27FC236}">
                <a16:creationId xmlns:a16="http://schemas.microsoft.com/office/drawing/2014/main" id="{579FE973-90A9-E44D-029A-75E601683591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7944193" y="4083674"/>
            <a:ext cx="1674439" cy="19436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27">
            <a:extLst>
              <a:ext uri="{FF2B5EF4-FFF2-40B4-BE49-F238E27FC236}">
                <a16:creationId xmlns:a16="http://schemas.microsoft.com/office/drawing/2014/main" id="{0DE9FD24-2174-8C79-0D02-2F12C8367EE7}"/>
              </a:ext>
            </a:extLst>
          </p:cNvPr>
          <p:cNvSpPr txBox="1"/>
          <p:nvPr/>
        </p:nvSpPr>
        <p:spPr>
          <a:xfrm>
            <a:off x="261131" y="3424922"/>
            <a:ext cx="241487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Inicia el modo prueba de pick de navaja del robot 2</a:t>
            </a:r>
          </a:p>
        </p:txBody>
      </p:sp>
      <p:cxnSp>
        <p:nvCxnSpPr>
          <p:cNvPr id="40" name="Conector recto de flecha 28">
            <a:extLst>
              <a:ext uri="{FF2B5EF4-FFF2-40B4-BE49-F238E27FC236}">
                <a16:creationId xmlns:a16="http://schemas.microsoft.com/office/drawing/2014/main" id="{CEF4B609-C202-2FF1-2C3B-A99BB11F2FB3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2676004" y="3748088"/>
            <a:ext cx="3902596" cy="977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44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65CE-2B10-01B0-4ACA-5C77F471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4F4AEA-B8A1-2F28-C47E-1B2445700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25" t="58670" r="13431" b="26097"/>
          <a:stretch>
            <a:fillRect/>
          </a:stretch>
        </p:blipFill>
        <p:spPr>
          <a:xfrm>
            <a:off x="608300" y="2479050"/>
            <a:ext cx="5979138" cy="91202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67B4B78-2ACE-97E3-FC61-D7F889E8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noProof="0" dirty="0">
                <a:solidFill>
                  <a:schemeClr val="accent1">
                    <a:lumMod val="50000"/>
                  </a:schemeClr>
                </a:solidFill>
              </a:rPr>
              <a:t>Pantalla Modo Automático</a:t>
            </a:r>
          </a:p>
        </p:txBody>
      </p:sp>
      <p:sp>
        <p:nvSpPr>
          <p:cNvPr id="36" name="CuadroTexto 27">
            <a:extLst>
              <a:ext uri="{FF2B5EF4-FFF2-40B4-BE49-F238E27FC236}">
                <a16:creationId xmlns:a16="http://schemas.microsoft.com/office/drawing/2014/main" id="{90587779-1117-C393-0D94-DE30AFEF494C}"/>
              </a:ext>
            </a:extLst>
          </p:cNvPr>
          <p:cNvSpPr txBox="1"/>
          <p:nvPr/>
        </p:nvSpPr>
        <p:spPr>
          <a:xfrm>
            <a:off x="311436" y="1575908"/>
            <a:ext cx="286773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la posición del nido en el </a:t>
            </a:r>
            <a:r>
              <a:rPr lang="es-MX" sz="1200" noProof="0" dirty="0" err="1"/>
              <a:t>conveyor</a:t>
            </a:r>
            <a:r>
              <a:rPr lang="es-MX" sz="1200" noProof="0" dirty="0"/>
              <a:t>.</a:t>
            </a:r>
          </a:p>
        </p:txBody>
      </p:sp>
      <p:cxnSp>
        <p:nvCxnSpPr>
          <p:cNvPr id="44" name="Conector recto de flecha 28">
            <a:extLst>
              <a:ext uri="{FF2B5EF4-FFF2-40B4-BE49-F238E27FC236}">
                <a16:creationId xmlns:a16="http://schemas.microsoft.com/office/drawing/2014/main" id="{9FF38808-E8E8-B9B1-3A6F-DFD7D3980734}"/>
              </a:ext>
            </a:extLst>
          </p:cNvPr>
          <p:cNvCxnSpPr>
            <a:cxnSpLocks/>
            <a:stCxn id="36" idx="3"/>
            <a:endCxn id="53" idx="0"/>
          </p:cNvCxnSpPr>
          <p:nvPr/>
        </p:nvCxnSpPr>
        <p:spPr>
          <a:xfrm>
            <a:off x="3179174" y="1806741"/>
            <a:ext cx="897749" cy="6872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27">
            <a:extLst>
              <a:ext uri="{FF2B5EF4-FFF2-40B4-BE49-F238E27FC236}">
                <a16:creationId xmlns:a16="http://schemas.microsoft.com/office/drawing/2014/main" id="{E15ECBE9-B475-106E-6DFB-86621413F8CD}"/>
              </a:ext>
            </a:extLst>
          </p:cNvPr>
          <p:cNvSpPr txBox="1"/>
          <p:nvPr/>
        </p:nvSpPr>
        <p:spPr>
          <a:xfrm>
            <a:off x="9332834" y="1769453"/>
            <a:ext cx="237844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Modo Automático de Estación</a:t>
            </a:r>
            <a:endParaRPr lang="es-MX" sz="1200" noProof="0" dirty="0"/>
          </a:p>
        </p:txBody>
      </p:sp>
      <p:cxnSp>
        <p:nvCxnSpPr>
          <p:cNvPr id="58" name="Conector recto de flecha 28">
            <a:extLst>
              <a:ext uri="{FF2B5EF4-FFF2-40B4-BE49-F238E27FC236}">
                <a16:creationId xmlns:a16="http://schemas.microsoft.com/office/drawing/2014/main" id="{109459C7-BEFE-D066-245E-528E7AF1E9CD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8721241" y="2000286"/>
            <a:ext cx="611593" cy="203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uadroTexto 27">
            <a:extLst>
              <a:ext uri="{FF2B5EF4-FFF2-40B4-BE49-F238E27FC236}">
                <a16:creationId xmlns:a16="http://schemas.microsoft.com/office/drawing/2014/main" id="{092725C7-28F6-AEB3-BF55-031365FCD49F}"/>
              </a:ext>
            </a:extLst>
          </p:cNvPr>
          <p:cNvSpPr txBox="1"/>
          <p:nvPr/>
        </p:nvSpPr>
        <p:spPr>
          <a:xfrm>
            <a:off x="9332833" y="3624384"/>
            <a:ext cx="237844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Detiene ciclo automático activo</a:t>
            </a:r>
            <a:endParaRPr lang="es-MX" sz="1200" noProof="0" dirty="0"/>
          </a:p>
        </p:txBody>
      </p:sp>
      <p:cxnSp>
        <p:nvCxnSpPr>
          <p:cNvPr id="74" name="Conector recto de flecha 28">
            <a:extLst>
              <a:ext uri="{FF2B5EF4-FFF2-40B4-BE49-F238E27FC236}">
                <a16:creationId xmlns:a16="http://schemas.microsoft.com/office/drawing/2014/main" id="{DE9E685C-261C-6FEB-7392-B74155C444B5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8698503" y="3855217"/>
            <a:ext cx="634330" cy="178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34BBDC7-52C0-5429-77EE-C8119D4C21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357" t="31828" r="123" b="13055"/>
          <a:stretch>
            <a:fillRect/>
          </a:stretch>
        </p:blipFill>
        <p:spPr>
          <a:xfrm>
            <a:off x="7730386" y="1501319"/>
            <a:ext cx="1001485" cy="3299954"/>
          </a:xfrm>
          <a:prstGeom prst="rect">
            <a:avLst/>
          </a:prstGeom>
        </p:spPr>
      </p:pic>
      <p:sp>
        <p:nvSpPr>
          <p:cNvPr id="8" name="CuadroTexto 27">
            <a:extLst>
              <a:ext uri="{FF2B5EF4-FFF2-40B4-BE49-F238E27FC236}">
                <a16:creationId xmlns:a16="http://schemas.microsoft.com/office/drawing/2014/main" id="{6D2B91C8-978D-7DB2-37B7-C7352689FF6A}"/>
              </a:ext>
            </a:extLst>
          </p:cNvPr>
          <p:cNvSpPr txBox="1"/>
          <p:nvPr/>
        </p:nvSpPr>
        <p:spPr>
          <a:xfrm>
            <a:off x="9332834" y="2405586"/>
            <a:ext cx="237844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Modo Automático de Estación</a:t>
            </a:r>
            <a:endParaRPr lang="es-MX" sz="1200" noProof="0" dirty="0"/>
          </a:p>
        </p:txBody>
      </p:sp>
      <p:cxnSp>
        <p:nvCxnSpPr>
          <p:cNvPr id="9" name="Conector recto de flecha 28">
            <a:extLst>
              <a:ext uri="{FF2B5EF4-FFF2-40B4-BE49-F238E27FC236}">
                <a16:creationId xmlns:a16="http://schemas.microsoft.com/office/drawing/2014/main" id="{3765E500-BFEB-3580-2638-AE90ABF86AB5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698503" y="2636419"/>
            <a:ext cx="634331" cy="117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27">
            <a:extLst>
              <a:ext uri="{FF2B5EF4-FFF2-40B4-BE49-F238E27FC236}">
                <a16:creationId xmlns:a16="http://schemas.microsoft.com/office/drawing/2014/main" id="{0F96C3A7-79D3-A626-FDB2-25F27469BB46}"/>
              </a:ext>
            </a:extLst>
          </p:cNvPr>
          <p:cNvSpPr txBox="1"/>
          <p:nvPr/>
        </p:nvSpPr>
        <p:spPr>
          <a:xfrm>
            <a:off x="9332833" y="3033724"/>
            <a:ext cx="237844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Iniciar Ciclo en Modo Automático</a:t>
            </a:r>
            <a:endParaRPr lang="es-MX" sz="1200" noProof="0" dirty="0"/>
          </a:p>
        </p:txBody>
      </p:sp>
      <p:cxnSp>
        <p:nvCxnSpPr>
          <p:cNvPr id="16" name="Conector recto de flecha 28">
            <a:extLst>
              <a:ext uri="{FF2B5EF4-FFF2-40B4-BE49-F238E27FC236}">
                <a16:creationId xmlns:a16="http://schemas.microsoft.com/office/drawing/2014/main" id="{319881C7-2CB0-41BC-A17A-7020241E5B31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698503" y="3264557"/>
            <a:ext cx="634330" cy="79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3DA6793-CDC8-45E0-37BE-C88FEEF6B097}"/>
              </a:ext>
            </a:extLst>
          </p:cNvPr>
          <p:cNvSpPr txBox="1"/>
          <p:nvPr/>
        </p:nvSpPr>
        <p:spPr>
          <a:xfrm>
            <a:off x="9332832" y="4255590"/>
            <a:ext cx="237844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Reconocer Fallas de Estación</a:t>
            </a:r>
            <a:endParaRPr lang="es-MX" sz="1200" noProof="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74EC3C0-ECA9-739B-5468-C9B0325D16AC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8698503" y="4486423"/>
            <a:ext cx="63432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27">
            <a:extLst>
              <a:ext uri="{FF2B5EF4-FFF2-40B4-BE49-F238E27FC236}">
                <a16:creationId xmlns:a16="http://schemas.microsoft.com/office/drawing/2014/main" id="{D9E4CA25-4815-8319-DFC2-A4606F1A1AB3}"/>
              </a:ext>
            </a:extLst>
          </p:cNvPr>
          <p:cNvSpPr txBox="1"/>
          <p:nvPr/>
        </p:nvSpPr>
        <p:spPr>
          <a:xfrm>
            <a:off x="311435" y="3545841"/>
            <a:ext cx="2417689" cy="267765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Indicador:</a:t>
            </a:r>
          </a:p>
          <a:p>
            <a:r>
              <a:rPr lang="es-MX" sz="1200" dirty="0"/>
              <a:t>Indica la última sección en la que fue procesada la pieza</a:t>
            </a:r>
          </a:p>
          <a:p>
            <a:endParaRPr lang="es-MX" sz="1200" dirty="0"/>
          </a:p>
          <a:p>
            <a:r>
              <a:rPr lang="es-MX" sz="1200" dirty="0"/>
              <a:t>0  –  Sin Procesar</a:t>
            </a:r>
          </a:p>
          <a:p>
            <a:r>
              <a:rPr lang="es-MX" sz="1200" dirty="0"/>
              <a:t>10  –  Modulo 1 (Carga y Visión)</a:t>
            </a:r>
          </a:p>
          <a:p>
            <a:r>
              <a:rPr lang="es-MX" sz="1200" dirty="0"/>
              <a:t>12 – Visión Superior Modulo 1</a:t>
            </a:r>
          </a:p>
          <a:p>
            <a:r>
              <a:rPr lang="es-MX" sz="1200" dirty="0"/>
              <a:t>20 – Robot Epson Modulo 2</a:t>
            </a:r>
          </a:p>
          <a:p>
            <a:r>
              <a:rPr lang="es-MX" sz="1200" dirty="0"/>
              <a:t>21 – Prensa Modulo 2</a:t>
            </a:r>
          </a:p>
          <a:p>
            <a:r>
              <a:rPr lang="es-MX" sz="1200" dirty="0"/>
              <a:t>22 – Visiones Modulo 2</a:t>
            </a:r>
          </a:p>
          <a:p>
            <a:r>
              <a:rPr lang="es-MX" sz="1200" dirty="0"/>
              <a:t>30 – Robot Epson Modulo 3</a:t>
            </a:r>
          </a:p>
          <a:p>
            <a:r>
              <a:rPr lang="es-MX" sz="1200" dirty="0"/>
              <a:t>32 – Visión Modulo 3</a:t>
            </a:r>
          </a:p>
          <a:p>
            <a:r>
              <a:rPr lang="es-MX" sz="1200" dirty="0"/>
              <a:t>40 – Robot Modulo 4</a:t>
            </a:r>
          </a:p>
          <a:p>
            <a:endParaRPr lang="es-MX" sz="1200" dirty="0"/>
          </a:p>
        </p:txBody>
      </p:sp>
      <p:sp>
        <p:nvSpPr>
          <p:cNvPr id="52" name="CuadroTexto 27">
            <a:extLst>
              <a:ext uri="{FF2B5EF4-FFF2-40B4-BE49-F238E27FC236}">
                <a16:creationId xmlns:a16="http://schemas.microsoft.com/office/drawing/2014/main" id="{9DC825D3-C190-41AB-5C5B-428996EAC4E1}"/>
              </a:ext>
            </a:extLst>
          </p:cNvPr>
          <p:cNvSpPr txBox="1"/>
          <p:nvPr/>
        </p:nvSpPr>
        <p:spPr>
          <a:xfrm>
            <a:off x="3574872" y="3568233"/>
            <a:ext cx="3983823" cy="230832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</a:t>
            </a:r>
            <a:r>
              <a:rPr lang="es-MX" sz="1200" b="1" dirty="0"/>
              <a:t>:</a:t>
            </a:r>
          </a:p>
          <a:p>
            <a:r>
              <a:rPr lang="es-MX" sz="1200" dirty="0"/>
              <a:t>Indica el estado de la pieza</a:t>
            </a:r>
          </a:p>
          <a:p>
            <a:endParaRPr lang="es-MX" sz="1200" noProof="0" dirty="0"/>
          </a:p>
          <a:p>
            <a:r>
              <a:rPr lang="es-MX" sz="1200" dirty="0"/>
              <a:t>0 – Sin Pieza / En proceso</a:t>
            </a:r>
          </a:p>
          <a:p>
            <a:r>
              <a:rPr lang="es-MX" sz="1200" noProof="0" dirty="0"/>
              <a:t>1 – Pieza Buena</a:t>
            </a:r>
          </a:p>
          <a:p>
            <a:r>
              <a:rPr lang="es-MX" sz="1200" dirty="0"/>
              <a:t>10 – </a:t>
            </a:r>
            <a:r>
              <a:rPr lang="es-MX" sz="1200" dirty="0" err="1"/>
              <a:t>Scrap</a:t>
            </a:r>
            <a:r>
              <a:rPr lang="es-MX" sz="1200" dirty="0"/>
              <a:t> Detectado en Visión Inferior Módulo 1</a:t>
            </a:r>
          </a:p>
          <a:p>
            <a:r>
              <a:rPr lang="es-MX" sz="1200" noProof="0" dirty="0"/>
              <a:t>12 – </a:t>
            </a:r>
            <a:r>
              <a:rPr lang="es-MX" sz="1200" noProof="0" dirty="0" err="1"/>
              <a:t>Scrap</a:t>
            </a:r>
            <a:r>
              <a:rPr lang="es-MX" sz="1200" noProof="0" dirty="0"/>
              <a:t> Detectado en Visión </a:t>
            </a:r>
            <a:r>
              <a:rPr lang="es-MX" sz="1200" dirty="0"/>
              <a:t>Superior Módulo 1</a:t>
            </a:r>
          </a:p>
          <a:p>
            <a:r>
              <a:rPr lang="es-MX" sz="1200" noProof="0" dirty="0"/>
              <a:t>22 – </a:t>
            </a:r>
            <a:r>
              <a:rPr lang="es-MX" sz="1200" noProof="0" dirty="0" err="1"/>
              <a:t>Scrap</a:t>
            </a:r>
            <a:r>
              <a:rPr lang="es-MX" sz="1200" noProof="0" dirty="0"/>
              <a:t> De</a:t>
            </a:r>
            <a:r>
              <a:rPr lang="es-MX" sz="1200" dirty="0" err="1"/>
              <a:t>tectado</a:t>
            </a:r>
            <a:r>
              <a:rPr lang="es-MX" sz="1200" dirty="0"/>
              <a:t> en Visión Módulo 2</a:t>
            </a:r>
          </a:p>
          <a:p>
            <a:r>
              <a:rPr lang="es-MX" sz="1200" dirty="0"/>
              <a:t>23 – </a:t>
            </a:r>
            <a:r>
              <a:rPr lang="es-MX" sz="1200" dirty="0" err="1"/>
              <a:t>Scrap</a:t>
            </a:r>
            <a:r>
              <a:rPr lang="es-MX" sz="1200" dirty="0"/>
              <a:t> Detectado en Visión Frontal Módulo 2</a:t>
            </a:r>
          </a:p>
          <a:p>
            <a:r>
              <a:rPr lang="es-MX" sz="1200" dirty="0"/>
              <a:t>24 – </a:t>
            </a:r>
            <a:r>
              <a:rPr lang="es-MX" sz="1200" dirty="0" err="1"/>
              <a:t>Scrap</a:t>
            </a:r>
            <a:r>
              <a:rPr lang="es-MX" sz="1200" dirty="0"/>
              <a:t> Detectado en Visión Trasera Módulo 2</a:t>
            </a:r>
          </a:p>
          <a:p>
            <a:r>
              <a:rPr lang="es-MX" sz="1200" dirty="0"/>
              <a:t>25 – </a:t>
            </a:r>
            <a:r>
              <a:rPr lang="es-MX" sz="1200" dirty="0" err="1"/>
              <a:t>Scrap</a:t>
            </a:r>
            <a:r>
              <a:rPr lang="es-MX" sz="1200" dirty="0"/>
              <a:t> Detectado en Visión Frontal y Trasera Módulo 2</a:t>
            </a:r>
          </a:p>
          <a:p>
            <a:r>
              <a:rPr lang="es-MX" sz="1200" noProof="0" dirty="0"/>
              <a:t>32 – </a:t>
            </a:r>
            <a:r>
              <a:rPr lang="es-MX" sz="1200" noProof="0" dirty="0" err="1"/>
              <a:t>Scrap</a:t>
            </a:r>
            <a:r>
              <a:rPr lang="es-MX" sz="1200" noProof="0" dirty="0"/>
              <a:t> Detectado en Visión Módulo 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B33E3A-EE74-3AA9-7D91-721166BE41FC}"/>
              </a:ext>
            </a:extLst>
          </p:cNvPr>
          <p:cNvSpPr/>
          <p:nvPr/>
        </p:nvSpPr>
        <p:spPr>
          <a:xfrm>
            <a:off x="1643306" y="2494010"/>
            <a:ext cx="4867233" cy="249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EFA51BF-235C-15A1-448E-F2D38F8CAD01}"/>
              </a:ext>
            </a:extLst>
          </p:cNvPr>
          <p:cNvSpPr/>
          <p:nvPr/>
        </p:nvSpPr>
        <p:spPr>
          <a:xfrm>
            <a:off x="1643306" y="2841810"/>
            <a:ext cx="4867233" cy="200026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D9F0417-2833-3594-7FE0-B8C2C53E3472}"/>
              </a:ext>
            </a:extLst>
          </p:cNvPr>
          <p:cNvSpPr/>
          <p:nvPr/>
        </p:nvSpPr>
        <p:spPr>
          <a:xfrm>
            <a:off x="1643305" y="3098800"/>
            <a:ext cx="4867233" cy="20002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63" name="Conector recto de flecha 28">
            <a:extLst>
              <a:ext uri="{FF2B5EF4-FFF2-40B4-BE49-F238E27FC236}">
                <a16:creationId xmlns:a16="http://schemas.microsoft.com/office/drawing/2014/main" id="{2A124141-C12F-D3AF-1404-158C5A7D86BE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2729124" y="2974068"/>
            <a:ext cx="1035005" cy="19106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28">
            <a:extLst>
              <a:ext uri="{FF2B5EF4-FFF2-40B4-BE49-F238E27FC236}">
                <a16:creationId xmlns:a16="http://schemas.microsoft.com/office/drawing/2014/main" id="{29CF614E-1B08-8BED-0E5D-0524EF0B1240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5180249" y="3282372"/>
            <a:ext cx="386535" cy="2858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74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3EFA-F1EB-E289-F86B-30F4F80E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992A54-5332-9521-9C84-CD309B5EE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851" y="1578160"/>
            <a:ext cx="5756366" cy="427922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65D723D-BF32-7003-B6E2-C5C9A678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>
                <a:solidFill>
                  <a:schemeClr val="accent1">
                    <a:lumMod val="50000"/>
                  </a:schemeClr>
                </a:solidFill>
              </a:rPr>
              <a:t>Pantalla Modo Manual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73C819B-EA80-CBD9-1FE5-2E2589B6BDAD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2860851" y="3143280"/>
            <a:ext cx="1395116" cy="72602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D4F52B-5B5F-4DED-18C6-E196BEE6CD71}"/>
              </a:ext>
            </a:extLst>
          </p:cNvPr>
          <p:cNvSpPr txBox="1"/>
          <p:nvPr/>
        </p:nvSpPr>
        <p:spPr>
          <a:xfrm>
            <a:off x="8514956" y="2123761"/>
            <a:ext cx="2145496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manual de salidas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F91E824-7728-533D-7FD7-D7702B516A55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224315" y="2446927"/>
            <a:ext cx="1290641" cy="51749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DC85A41-1E3C-FD9F-711D-9F2748E8AC58}"/>
              </a:ext>
            </a:extLst>
          </p:cNvPr>
          <p:cNvSpPr txBox="1"/>
          <p:nvPr/>
        </p:nvSpPr>
        <p:spPr>
          <a:xfrm>
            <a:off x="293580" y="1983509"/>
            <a:ext cx="256727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manual de celda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E3C57B2-E351-E769-5DAA-301AB2F912C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860851" y="2214342"/>
            <a:ext cx="1382138" cy="80827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28CD28F-8671-C2AB-4765-7F4D6D736F21}"/>
              </a:ext>
            </a:extLst>
          </p:cNvPr>
          <p:cNvSpPr txBox="1"/>
          <p:nvPr/>
        </p:nvSpPr>
        <p:spPr>
          <a:xfrm>
            <a:off x="8514954" y="1000614"/>
            <a:ext cx="214549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 de Acceso:</a:t>
            </a:r>
          </a:p>
          <a:p>
            <a:r>
              <a:rPr lang="es-MX" sz="1200" dirty="0"/>
              <a:t>Envía a pantalla manual de Sistema de Visión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09B4852-C4DA-5199-9B5C-F2BC9A1173A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224315" y="3523591"/>
            <a:ext cx="1290639" cy="52092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9">
            <a:extLst>
              <a:ext uri="{FF2B5EF4-FFF2-40B4-BE49-F238E27FC236}">
                <a16:creationId xmlns:a16="http://schemas.microsoft.com/office/drawing/2014/main" id="{60D54AFE-2E40-2294-8C2F-A292B652F781}"/>
              </a:ext>
            </a:extLst>
          </p:cNvPr>
          <p:cNvSpPr txBox="1"/>
          <p:nvPr/>
        </p:nvSpPr>
        <p:spPr>
          <a:xfrm>
            <a:off x="8514954" y="3200425"/>
            <a:ext cx="2145496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manual de Robots EPSON</a:t>
            </a:r>
          </a:p>
        </p:txBody>
      </p:sp>
      <p:sp>
        <p:nvSpPr>
          <p:cNvPr id="7" name="CuadroTexto 27">
            <a:extLst>
              <a:ext uri="{FF2B5EF4-FFF2-40B4-BE49-F238E27FC236}">
                <a16:creationId xmlns:a16="http://schemas.microsoft.com/office/drawing/2014/main" id="{758BEB2A-F6FE-F90A-5A80-C2A2055EA89D}"/>
              </a:ext>
            </a:extLst>
          </p:cNvPr>
          <p:cNvSpPr txBox="1"/>
          <p:nvPr/>
        </p:nvSpPr>
        <p:spPr>
          <a:xfrm>
            <a:off x="293580" y="4044516"/>
            <a:ext cx="256727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manual de Robot Cartesiano</a:t>
            </a:r>
          </a:p>
        </p:txBody>
      </p:sp>
      <p:cxnSp>
        <p:nvCxnSpPr>
          <p:cNvPr id="15" name="Conector recto de flecha 28">
            <a:extLst>
              <a:ext uri="{FF2B5EF4-FFF2-40B4-BE49-F238E27FC236}">
                <a16:creationId xmlns:a16="http://schemas.microsoft.com/office/drawing/2014/main" id="{AFBD1148-0870-4259-8F8E-4B7A070C3082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860854" y="4286250"/>
            <a:ext cx="2454096" cy="8143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0">
            <a:extLst>
              <a:ext uri="{FF2B5EF4-FFF2-40B4-BE49-F238E27FC236}">
                <a16:creationId xmlns:a16="http://schemas.microsoft.com/office/drawing/2014/main" id="{08A55D32-0BA2-FA53-3453-485555787E30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796113" y="1323780"/>
            <a:ext cx="2718841" cy="168712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7">
            <a:extLst>
              <a:ext uri="{FF2B5EF4-FFF2-40B4-BE49-F238E27FC236}">
                <a16:creationId xmlns:a16="http://schemas.microsoft.com/office/drawing/2014/main" id="{693836A1-EA71-26DA-649C-362886495724}"/>
              </a:ext>
            </a:extLst>
          </p:cNvPr>
          <p:cNvSpPr txBox="1"/>
          <p:nvPr/>
        </p:nvSpPr>
        <p:spPr>
          <a:xfrm>
            <a:off x="293580" y="2912447"/>
            <a:ext cx="256727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manual de </a:t>
            </a:r>
            <a:r>
              <a:rPr lang="es-MX" sz="1200" noProof="0" dirty="0" err="1"/>
              <a:t>Conveyor</a:t>
            </a:r>
            <a:endParaRPr lang="es-MX" sz="1200" noProof="0" dirty="0"/>
          </a:p>
        </p:txBody>
      </p:sp>
    </p:spTree>
    <p:extLst>
      <p:ext uri="{BB962C8B-B14F-4D97-AF65-F5344CB8AC3E}">
        <p14:creationId xmlns:p14="http://schemas.microsoft.com/office/powerpoint/2010/main" val="154634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963B7-7D69-FA7D-2532-D1AB9B61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706822-76E9-CFE0-D5FB-BE86D2F4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049" y="1791272"/>
            <a:ext cx="6115904" cy="453453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9B3B27-687E-5F8A-D0D2-D7B832A7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>
                <a:solidFill>
                  <a:schemeClr val="accent1">
                    <a:lumMod val="50000"/>
                  </a:schemeClr>
                </a:solidFill>
              </a:rPr>
              <a:t>Pantalla Manual de Celda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D1284DB-7A8D-8BE3-2809-EC74AA297EA9}"/>
              </a:ext>
            </a:extLst>
          </p:cNvPr>
          <p:cNvSpPr txBox="1"/>
          <p:nvPr/>
        </p:nvSpPr>
        <p:spPr>
          <a:xfrm>
            <a:off x="183879" y="2267836"/>
            <a:ext cx="311811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Control manual de Torre de estación</a:t>
            </a:r>
            <a:endParaRPr lang="es-MX" sz="1200" noProof="0" dirty="0"/>
          </a:p>
        </p:txBody>
      </p:sp>
      <p:sp>
        <p:nvSpPr>
          <p:cNvPr id="65" name="CuadroTexto 31">
            <a:extLst>
              <a:ext uri="{FF2B5EF4-FFF2-40B4-BE49-F238E27FC236}">
                <a16:creationId xmlns:a16="http://schemas.microsoft.com/office/drawing/2014/main" id="{F69C32F7-6FEB-8121-97DD-528D22EAB663}"/>
              </a:ext>
            </a:extLst>
          </p:cNvPr>
          <p:cNvSpPr txBox="1"/>
          <p:nvPr/>
        </p:nvSpPr>
        <p:spPr>
          <a:xfrm>
            <a:off x="183880" y="3427368"/>
            <a:ext cx="311811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Panel de control:</a:t>
            </a:r>
          </a:p>
          <a:p>
            <a:r>
              <a:rPr lang="es-MX" sz="1200" dirty="0"/>
              <a:t>Control manual de Torre de </a:t>
            </a:r>
            <a:r>
              <a:rPr lang="es-MX" sz="1200" dirty="0" err="1"/>
              <a:t>feeder</a:t>
            </a:r>
            <a:r>
              <a:rPr lang="es-MX" sz="1200" dirty="0"/>
              <a:t> 2 (navajas)</a:t>
            </a:r>
          </a:p>
        </p:txBody>
      </p:sp>
      <p:cxnSp>
        <p:nvCxnSpPr>
          <p:cNvPr id="66" name="Conector recto de flecha 10">
            <a:extLst>
              <a:ext uri="{FF2B5EF4-FFF2-40B4-BE49-F238E27FC236}">
                <a16:creationId xmlns:a16="http://schemas.microsoft.com/office/drawing/2014/main" id="{577C47C1-71CA-9245-C519-D5AA5E99A082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3301999" y="2956398"/>
            <a:ext cx="2445658" cy="7018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D600CC8-6E00-DD8F-BF40-C40CFB8576EC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3301998" y="2498669"/>
            <a:ext cx="936173" cy="2382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31">
            <a:extLst>
              <a:ext uri="{FF2B5EF4-FFF2-40B4-BE49-F238E27FC236}">
                <a16:creationId xmlns:a16="http://schemas.microsoft.com/office/drawing/2014/main" id="{3F052BF9-6F33-41FB-190A-8C57BDE6A916}"/>
              </a:ext>
            </a:extLst>
          </p:cNvPr>
          <p:cNvSpPr txBox="1"/>
          <p:nvPr/>
        </p:nvSpPr>
        <p:spPr>
          <a:xfrm>
            <a:off x="183880" y="2880654"/>
            <a:ext cx="3118119" cy="43088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100" b="1" dirty="0"/>
              <a:t>Panel de control:</a:t>
            </a:r>
          </a:p>
          <a:p>
            <a:r>
              <a:rPr lang="es-MX" sz="1100" dirty="0"/>
              <a:t>Control manual de Torre de </a:t>
            </a:r>
            <a:r>
              <a:rPr lang="es-MX" sz="1100" dirty="0" err="1"/>
              <a:t>feeder</a:t>
            </a:r>
            <a:r>
              <a:rPr lang="es-MX" sz="1100" dirty="0"/>
              <a:t> 1 (cuerpo)</a:t>
            </a:r>
          </a:p>
        </p:txBody>
      </p:sp>
      <p:cxnSp>
        <p:nvCxnSpPr>
          <p:cNvPr id="96" name="Conector recto de flecha 10">
            <a:extLst>
              <a:ext uri="{FF2B5EF4-FFF2-40B4-BE49-F238E27FC236}">
                <a16:creationId xmlns:a16="http://schemas.microsoft.com/office/drawing/2014/main" id="{38FF80C7-46F8-E8DB-774F-9ECA07912B5C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3301999" y="2857887"/>
            <a:ext cx="1734458" cy="2382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31">
            <a:extLst>
              <a:ext uri="{FF2B5EF4-FFF2-40B4-BE49-F238E27FC236}">
                <a16:creationId xmlns:a16="http://schemas.microsoft.com/office/drawing/2014/main" id="{DB756C9B-90FC-FC88-6A2E-85D420D0CDA8}"/>
              </a:ext>
            </a:extLst>
          </p:cNvPr>
          <p:cNvSpPr txBox="1"/>
          <p:nvPr/>
        </p:nvSpPr>
        <p:spPr>
          <a:xfrm>
            <a:off x="183879" y="3988397"/>
            <a:ext cx="311811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Panel de control:</a:t>
            </a:r>
          </a:p>
          <a:p>
            <a:r>
              <a:rPr lang="es-MX" sz="1200" dirty="0"/>
              <a:t>Control manual de Torre de </a:t>
            </a:r>
            <a:r>
              <a:rPr lang="es-MX" sz="1200" dirty="0" err="1"/>
              <a:t>feeder</a:t>
            </a:r>
            <a:r>
              <a:rPr lang="es-MX" sz="1200" dirty="0"/>
              <a:t> 3 (</a:t>
            </a:r>
            <a:r>
              <a:rPr lang="es-MX" sz="1200" dirty="0" err="1"/>
              <a:t>caps</a:t>
            </a:r>
            <a:r>
              <a:rPr lang="es-MX" sz="1200" dirty="0"/>
              <a:t>)</a:t>
            </a:r>
          </a:p>
        </p:txBody>
      </p:sp>
      <p:cxnSp>
        <p:nvCxnSpPr>
          <p:cNvPr id="100" name="Conector recto de flecha 10">
            <a:extLst>
              <a:ext uri="{FF2B5EF4-FFF2-40B4-BE49-F238E27FC236}">
                <a16:creationId xmlns:a16="http://schemas.microsoft.com/office/drawing/2014/main" id="{35A39CAB-0B88-C117-DB41-BC97FABDC275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3301998" y="3239872"/>
            <a:ext cx="3248595" cy="9793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711DA1D-E71A-F23B-CE49-93D2F96379EA}"/>
              </a:ext>
            </a:extLst>
          </p:cNvPr>
          <p:cNvSpPr/>
          <p:nvPr/>
        </p:nvSpPr>
        <p:spPr>
          <a:xfrm>
            <a:off x="3849986" y="2761777"/>
            <a:ext cx="711124" cy="16882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74FEB9-C982-5463-3858-ED52F994878E}"/>
              </a:ext>
            </a:extLst>
          </p:cNvPr>
          <p:cNvSpPr/>
          <p:nvPr/>
        </p:nvSpPr>
        <p:spPr>
          <a:xfrm>
            <a:off x="4714976" y="2761777"/>
            <a:ext cx="752783" cy="16751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1E3926-526F-FE99-6999-1AA9ED89C9C8}"/>
              </a:ext>
            </a:extLst>
          </p:cNvPr>
          <p:cNvSpPr/>
          <p:nvPr/>
        </p:nvSpPr>
        <p:spPr>
          <a:xfrm>
            <a:off x="5618548" y="2736880"/>
            <a:ext cx="752783" cy="17000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7780C2-B588-A7F8-29D8-6F9575617F57}"/>
              </a:ext>
            </a:extLst>
          </p:cNvPr>
          <p:cNvSpPr/>
          <p:nvPr/>
        </p:nvSpPr>
        <p:spPr>
          <a:xfrm>
            <a:off x="6550593" y="2761777"/>
            <a:ext cx="750398" cy="16751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5" name="CuadroTexto 31">
            <a:extLst>
              <a:ext uri="{FF2B5EF4-FFF2-40B4-BE49-F238E27FC236}">
                <a16:creationId xmlns:a16="http://schemas.microsoft.com/office/drawing/2014/main" id="{4FC95806-3B98-450C-944D-C0ABA432A802}"/>
              </a:ext>
            </a:extLst>
          </p:cNvPr>
          <p:cNvSpPr txBox="1"/>
          <p:nvPr/>
        </p:nvSpPr>
        <p:spPr>
          <a:xfrm>
            <a:off x="183878" y="4550732"/>
            <a:ext cx="311811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 de control:</a:t>
            </a:r>
          </a:p>
          <a:p>
            <a:r>
              <a:rPr lang="es-MX" sz="1200" dirty="0"/>
              <a:t>Control manual de Luz de Cabina</a:t>
            </a:r>
          </a:p>
        </p:txBody>
      </p:sp>
      <p:cxnSp>
        <p:nvCxnSpPr>
          <p:cNvPr id="28" name="Conector recto de flecha 10">
            <a:extLst>
              <a:ext uri="{FF2B5EF4-FFF2-40B4-BE49-F238E27FC236}">
                <a16:creationId xmlns:a16="http://schemas.microsoft.com/office/drawing/2014/main" id="{100966EE-FEBB-D8D8-12B8-BC02A6682886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301997" y="4781565"/>
            <a:ext cx="2042735" cy="1714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31">
            <a:extLst>
              <a:ext uri="{FF2B5EF4-FFF2-40B4-BE49-F238E27FC236}">
                <a16:creationId xmlns:a16="http://schemas.microsoft.com/office/drawing/2014/main" id="{2A29BE09-83F3-FB7D-4649-90F5AC705061}"/>
              </a:ext>
            </a:extLst>
          </p:cNvPr>
          <p:cNvSpPr txBox="1"/>
          <p:nvPr/>
        </p:nvSpPr>
        <p:spPr>
          <a:xfrm>
            <a:off x="9929557" y="1790452"/>
            <a:ext cx="2078564" cy="6001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100" b="1" dirty="0"/>
              <a:t>Panel de control:</a:t>
            </a:r>
          </a:p>
          <a:p>
            <a:r>
              <a:rPr lang="es-MX" sz="1100" dirty="0"/>
              <a:t>Control manual de </a:t>
            </a:r>
            <a:r>
              <a:rPr lang="es-MX" sz="1100" dirty="0" err="1"/>
              <a:t>feeder</a:t>
            </a:r>
            <a:r>
              <a:rPr lang="es-MX" sz="1100" dirty="0"/>
              <a:t> 1 (cuerpo)</a:t>
            </a:r>
          </a:p>
        </p:txBody>
      </p:sp>
      <p:cxnSp>
        <p:nvCxnSpPr>
          <p:cNvPr id="43" name="Conector recto de flecha 10">
            <a:extLst>
              <a:ext uri="{FF2B5EF4-FFF2-40B4-BE49-F238E27FC236}">
                <a16:creationId xmlns:a16="http://schemas.microsoft.com/office/drawing/2014/main" id="{78AD65D6-2533-D4F2-8678-B64E684FFFAF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8529775" y="2090534"/>
            <a:ext cx="1399782" cy="7901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31">
            <a:extLst>
              <a:ext uri="{FF2B5EF4-FFF2-40B4-BE49-F238E27FC236}">
                <a16:creationId xmlns:a16="http://schemas.microsoft.com/office/drawing/2014/main" id="{805D750C-1766-8C63-6B5A-EBE2C12DFF50}"/>
              </a:ext>
            </a:extLst>
          </p:cNvPr>
          <p:cNvSpPr txBox="1"/>
          <p:nvPr/>
        </p:nvSpPr>
        <p:spPr>
          <a:xfrm>
            <a:off x="9946190" y="5012397"/>
            <a:ext cx="2061931" cy="6001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100" b="1" dirty="0"/>
              <a:t>Panel de control:</a:t>
            </a:r>
          </a:p>
          <a:p>
            <a:r>
              <a:rPr lang="es-MX" sz="1100" dirty="0"/>
              <a:t>Control manual de </a:t>
            </a:r>
            <a:r>
              <a:rPr lang="es-MX" sz="1100" dirty="0" err="1"/>
              <a:t>feeder</a:t>
            </a:r>
            <a:r>
              <a:rPr lang="es-MX" sz="1100" dirty="0"/>
              <a:t> 2 (navajas)</a:t>
            </a:r>
          </a:p>
        </p:txBody>
      </p:sp>
      <p:sp>
        <p:nvSpPr>
          <p:cNvPr id="49" name="CuadroTexto 31">
            <a:extLst>
              <a:ext uri="{FF2B5EF4-FFF2-40B4-BE49-F238E27FC236}">
                <a16:creationId xmlns:a16="http://schemas.microsoft.com/office/drawing/2014/main" id="{768F06F5-5D76-BB61-8978-F6D91492E5CD}"/>
              </a:ext>
            </a:extLst>
          </p:cNvPr>
          <p:cNvSpPr txBox="1"/>
          <p:nvPr/>
        </p:nvSpPr>
        <p:spPr>
          <a:xfrm>
            <a:off x="9924752" y="2557805"/>
            <a:ext cx="2061931" cy="6001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100" b="1" dirty="0"/>
              <a:t>Panel de control:</a:t>
            </a:r>
          </a:p>
          <a:p>
            <a:r>
              <a:rPr lang="es-MX" sz="1100" dirty="0"/>
              <a:t>Control manual de </a:t>
            </a:r>
            <a:r>
              <a:rPr lang="es-MX" sz="1100" dirty="0" err="1"/>
              <a:t>feeder</a:t>
            </a:r>
            <a:r>
              <a:rPr lang="es-MX" sz="1100" dirty="0"/>
              <a:t> 3 (</a:t>
            </a:r>
            <a:r>
              <a:rPr lang="es-MX" sz="1100" dirty="0" err="1"/>
              <a:t>caps</a:t>
            </a:r>
            <a:r>
              <a:rPr lang="es-MX" sz="1100" dirty="0"/>
              <a:t>)</a:t>
            </a:r>
          </a:p>
        </p:txBody>
      </p:sp>
      <p:cxnSp>
        <p:nvCxnSpPr>
          <p:cNvPr id="50" name="Conector recto de flecha 10">
            <a:extLst>
              <a:ext uri="{FF2B5EF4-FFF2-40B4-BE49-F238E27FC236}">
                <a16:creationId xmlns:a16="http://schemas.microsoft.com/office/drawing/2014/main" id="{016373E5-189D-CBFF-AC11-78630A6E7EB1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9305503" y="5312479"/>
            <a:ext cx="640687" cy="2424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10">
            <a:extLst>
              <a:ext uri="{FF2B5EF4-FFF2-40B4-BE49-F238E27FC236}">
                <a16:creationId xmlns:a16="http://schemas.microsoft.com/office/drawing/2014/main" id="{E20CA270-11B0-7B41-2A4F-B280419511C7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9470096" y="2857887"/>
            <a:ext cx="454656" cy="2382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31">
            <a:extLst>
              <a:ext uri="{FF2B5EF4-FFF2-40B4-BE49-F238E27FC236}">
                <a16:creationId xmlns:a16="http://schemas.microsoft.com/office/drawing/2014/main" id="{865B6E8E-B150-1A41-0608-8BF98B63EA10}"/>
              </a:ext>
            </a:extLst>
          </p:cNvPr>
          <p:cNvSpPr txBox="1"/>
          <p:nvPr/>
        </p:nvSpPr>
        <p:spPr>
          <a:xfrm>
            <a:off x="546444" y="5411050"/>
            <a:ext cx="185660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 de control:</a:t>
            </a:r>
          </a:p>
          <a:p>
            <a:r>
              <a:rPr lang="es-MX" sz="1200" dirty="0"/>
              <a:t>Regresa a pantalla de modo manual</a:t>
            </a:r>
          </a:p>
        </p:txBody>
      </p:sp>
      <p:cxnSp>
        <p:nvCxnSpPr>
          <p:cNvPr id="57" name="Conector recto de flecha 10">
            <a:extLst>
              <a:ext uri="{FF2B5EF4-FFF2-40B4-BE49-F238E27FC236}">
                <a16:creationId xmlns:a16="http://schemas.microsoft.com/office/drawing/2014/main" id="{AE82C41F-A9E6-09E4-CF87-39C269424D82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2403047" y="5537915"/>
            <a:ext cx="1270000" cy="1963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2DB8223-A0E0-4D95-0A86-EA6680C2158D}"/>
              </a:ext>
            </a:extLst>
          </p:cNvPr>
          <p:cNvSpPr/>
          <p:nvPr/>
        </p:nvSpPr>
        <p:spPr>
          <a:xfrm>
            <a:off x="7779377" y="2736449"/>
            <a:ext cx="750398" cy="22037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9F652A-44A8-A228-E75C-8C77F1DF9E48}"/>
              </a:ext>
            </a:extLst>
          </p:cNvPr>
          <p:cNvSpPr/>
          <p:nvPr/>
        </p:nvSpPr>
        <p:spPr>
          <a:xfrm>
            <a:off x="8719698" y="2749327"/>
            <a:ext cx="750398" cy="21908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277294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D44A-9029-8ECC-121D-701CA5C8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B47954-9B4D-7FCB-FB85-D00571B41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404" y="2105570"/>
            <a:ext cx="4478109" cy="335507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46BC9C0-B7F9-F3DF-D2BB-2CA1C6AA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>
                <a:solidFill>
                  <a:schemeClr val="accent1">
                    <a:lumMod val="50000"/>
                  </a:schemeClr>
                </a:solidFill>
              </a:rPr>
              <a:t>Pantalla Manual de Salidas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C48F2E-7FAA-9BA6-DE9B-066B088DC885}"/>
              </a:ext>
            </a:extLst>
          </p:cNvPr>
          <p:cNvSpPr/>
          <p:nvPr/>
        </p:nvSpPr>
        <p:spPr>
          <a:xfrm>
            <a:off x="4148904" y="2864390"/>
            <a:ext cx="582204" cy="777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CuadroTexto 31">
            <a:extLst>
              <a:ext uri="{FF2B5EF4-FFF2-40B4-BE49-F238E27FC236}">
                <a16:creationId xmlns:a16="http://schemas.microsoft.com/office/drawing/2014/main" id="{FBB7E020-8202-13AA-4942-17EF68B9A795}"/>
              </a:ext>
            </a:extLst>
          </p:cNvPr>
          <p:cNvSpPr txBox="1"/>
          <p:nvPr/>
        </p:nvSpPr>
        <p:spPr>
          <a:xfrm>
            <a:off x="441546" y="2666842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</a:t>
            </a:r>
            <a:r>
              <a:rPr lang="es-MX" sz="1200" noProof="0" dirty="0" err="1"/>
              <a:t>gripper</a:t>
            </a:r>
            <a:r>
              <a:rPr lang="es-MX" sz="1200" noProof="0" dirty="0"/>
              <a:t> de modulo 1</a:t>
            </a:r>
          </a:p>
        </p:txBody>
      </p:sp>
      <p:cxnSp>
        <p:nvCxnSpPr>
          <p:cNvPr id="10" name="Conector recto de flecha 10">
            <a:extLst>
              <a:ext uri="{FF2B5EF4-FFF2-40B4-BE49-F238E27FC236}">
                <a16:creationId xmlns:a16="http://schemas.microsoft.com/office/drawing/2014/main" id="{38138F98-F0D6-8B32-EE99-6EAC4B4CA9E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694850" y="2990008"/>
            <a:ext cx="453091" cy="1763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C58D62C-01AD-D6A5-420A-80A031204A9A}"/>
              </a:ext>
            </a:extLst>
          </p:cNvPr>
          <p:cNvSpPr/>
          <p:nvPr/>
        </p:nvSpPr>
        <p:spPr>
          <a:xfrm>
            <a:off x="5051989" y="2842466"/>
            <a:ext cx="602529" cy="7994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8" name="CuadroTexto 31">
            <a:extLst>
              <a:ext uri="{FF2B5EF4-FFF2-40B4-BE49-F238E27FC236}">
                <a16:creationId xmlns:a16="http://schemas.microsoft.com/office/drawing/2014/main" id="{A5A18A29-211D-7B67-6B01-BB0082067011}"/>
              </a:ext>
            </a:extLst>
          </p:cNvPr>
          <p:cNvSpPr txBox="1"/>
          <p:nvPr/>
        </p:nvSpPr>
        <p:spPr>
          <a:xfrm>
            <a:off x="8697879" y="2333474"/>
            <a:ext cx="327195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pistón de </a:t>
            </a:r>
            <a:r>
              <a:rPr lang="es-MX" sz="1200" noProof="0" dirty="0" err="1"/>
              <a:t>feeder</a:t>
            </a:r>
            <a:r>
              <a:rPr lang="es-MX" sz="1200" noProof="0" dirty="0"/>
              <a:t> de módulo 2</a:t>
            </a:r>
          </a:p>
        </p:txBody>
      </p:sp>
      <p:cxnSp>
        <p:nvCxnSpPr>
          <p:cNvPr id="19" name="Conector recto de flecha 10">
            <a:extLst>
              <a:ext uri="{FF2B5EF4-FFF2-40B4-BE49-F238E27FC236}">
                <a16:creationId xmlns:a16="http://schemas.microsoft.com/office/drawing/2014/main" id="{59D281E0-0EEF-D5F4-5EAF-4C3AA47D1AB1}"/>
              </a:ext>
            </a:extLst>
          </p:cNvPr>
          <p:cNvCxnSpPr>
            <a:cxnSpLocks/>
            <a:stCxn id="18" idx="1"/>
            <a:endCxn id="47" idx="3"/>
          </p:cNvCxnSpPr>
          <p:nvPr/>
        </p:nvCxnSpPr>
        <p:spPr>
          <a:xfrm flipH="1">
            <a:off x="7598633" y="2656640"/>
            <a:ext cx="1099246" cy="5928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B264C10-1DB5-7B9D-1249-36CF80E46F4B}"/>
              </a:ext>
            </a:extLst>
          </p:cNvPr>
          <p:cNvSpPr/>
          <p:nvPr/>
        </p:nvSpPr>
        <p:spPr>
          <a:xfrm>
            <a:off x="6009217" y="2849726"/>
            <a:ext cx="602529" cy="7994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0" name="CuadroTexto 31">
            <a:extLst>
              <a:ext uri="{FF2B5EF4-FFF2-40B4-BE49-F238E27FC236}">
                <a16:creationId xmlns:a16="http://schemas.microsoft.com/office/drawing/2014/main" id="{846B9725-E642-16F6-7C68-FD236BCD57B2}"/>
              </a:ext>
            </a:extLst>
          </p:cNvPr>
          <p:cNvSpPr txBox="1"/>
          <p:nvPr/>
        </p:nvSpPr>
        <p:spPr>
          <a:xfrm>
            <a:off x="8697879" y="1532230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</a:t>
            </a:r>
            <a:r>
              <a:rPr lang="es-MX" sz="1200" noProof="0" dirty="0" err="1"/>
              <a:t>gripper</a:t>
            </a:r>
            <a:r>
              <a:rPr lang="es-MX" sz="1200" noProof="0" dirty="0"/>
              <a:t> de módulo 2</a:t>
            </a:r>
          </a:p>
        </p:txBody>
      </p:sp>
      <p:cxnSp>
        <p:nvCxnSpPr>
          <p:cNvPr id="43" name="Conector recto de flecha 10">
            <a:extLst>
              <a:ext uri="{FF2B5EF4-FFF2-40B4-BE49-F238E27FC236}">
                <a16:creationId xmlns:a16="http://schemas.microsoft.com/office/drawing/2014/main" id="{B58664FB-2F39-8490-3854-9AA1E830B208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6604186" y="1855396"/>
            <a:ext cx="2093693" cy="9681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E7FC58B-1B5E-88C1-A810-E98304AB1C6C}"/>
              </a:ext>
            </a:extLst>
          </p:cNvPr>
          <p:cNvSpPr/>
          <p:nvPr/>
        </p:nvSpPr>
        <p:spPr>
          <a:xfrm>
            <a:off x="6996104" y="2849726"/>
            <a:ext cx="602529" cy="7994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9" name="CuadroTexto 31">
            <a:extLst>
              <a:ext uri="{FF2B5EF4-FFF2-40B4-BE49-F238E27FC236}">
                <a16:creationId xmlns:a16="http://schemas.microsoft.com/office/drawing/2014/main" id="{525AFA8B-04FE-AB37-2128-AFDDDEF814C3}"/>
              </a:ext>
            </a:extLst>
          </p:cNvPr>
          <p:cNvSpPr txBox="1"/>
          <p:nvPr/>
        </p:nvSpPr>
        <p:spPr>
          <a:xfrm>
            <a:off x="447648" y="4341790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prensa de módulo 2</a:t>
            </a:r>
          </a:p>
        </p:txBody>
      </p:sp>
      <p:cxnSp>
        <p:nvCxnSpPr>
          <p:cNvPr id="50" name="Conector recto de flecha 10">
            <a:extLst>
              <a:ext uri="{FF2B5EF4-FFF2-40B4-BE49-F238E27FC236}">
                <a16:creationId xmlns:a16="http://schemas.microsoft.com/office/drawing/2014/main" id="{9AFE3179-93BA-5BB2-C604-56EFA70A3334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700952" y="4558618"/>
            <a:ext cx="1389674" cy="1063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342C61A2-E4AA-82B2-171C-69CCD8F58D6A}"/>
              </a:ext>
            </a:extLst>
          </p:cNvPr>
          <p:cNvSpPr/>
          <p:nvPr/>
        </p:nvSpPr>
        <p:spPr>
          <a:xfrm>
            <a:off x="4156162" y="3973304"/>
            <a:ext cx="582204" cy="777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7" name="CuadroTexto 31">
            <a:extLst>
              <a:ext uri="{FF2B5EF4-FFF2-40B4-BE49-F238E27FC236}">
                <a16:creationId xmlns:a16="http://schemas.microsoft.com/office/drawing/2014/main" id="{F3668EEC-1A6C-28C5-2BAF-3D4E4F8C6B92}"/>
              </a:ext>
            </a:extLst>
          </p:cNvPr>
          <p:cNvSpPr txBox="1"/>
          <p:nvPr/>
        </p:nvSpPr>
        <p:spPr>
          <a:xfrm>
            <a:off x="427446" y="3458263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soportes de pieza de módulo 2</a:t>
            </a:r>
          </a:p>
        </p:txBody>
      </p:sp>
      <p:cxnSp>
        <p:nvCxnSpPr>
          <p:cNvPr id="59" name="Conector recto de flecha 10">
            <a:extLst>
              <a:ext uri="{FF2B5EF4-FFF2-40B4-BE49-F238E27FC236}">
                <a16:creationId xmlns:a16="http://schemas.microsoft.com/office/drawing/2014/main" id="{FF86874D-6790-2C85-8D89-88B4F4CB7989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3680750" y="3781429"/>
            <a:ext cx="539439" cy="2573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4CB07BE-95F5-CAF9-87B0-CC74D47D77DC}"/>
              </a:ext>
            </a:extLst>
          </p:cNvPr>
          <p:cNvSpPr/>
          <p:nvPr/>
        </p:nvSpPr>
        <p:spPr>
          <a:xfrm>
            <a:off x="6021982" y="4000470"/>
            <a:ext cx="582204" cy="777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3" name="CuadroTexto 31">
            <a:extLst>
              <a:ext uri="{FF2B5EF4-FFF2-40B4-BE49-F238E27FC236}">
                <a16:creationId xmlns:a16="http://schemas.microsoft.com/office/drawing/2014/main" id="{774AFB46-581D-2478-B440-8CC8E6987A7B}"/>
              </a:ext>
            </a:extLst>
          </p:cNvPr>
          <p:cNvSpPr txBox="1"/>
          <p:nvPr/>
        </p:nvSpPr>
        <p:spPr>
          <a:xfrm>
            <a:off x="8697879" y="3968237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</a:t>
            </a:r>
            <a:r>
              <a:rPr lang="es-MX" sz="1200" noProof="0" dirty="0" err="1"/>
              <a:t>insertador</a:t>
            </a:r>
            <a:r>
              <a:rPr lang="es-MX" sz="1200" noProof="0" dirty="0"/>
              <a:t> frontal de módulo 2</a:t>
            </a:r>
          </a:p>
        </p:txBody>
      </p:sp>
      <p:cxnSp>
        <p:nvCxnSpPr>
          <p:cNvPr id="64" name="Conector recto de flecha 10">
            <a:extLst>
              <a:ext uri="{FF2B5EF4-FFF2-40B4-BE49-F238E27FC236}">
                <a16:creationId xmlns:a16="http://schemas.microsoft.com/office/drawing/2014/main" id="{419430ED-B82E-EB76-7071-6EB1066053AB}"/>
              </a:ext>
            </a:extLst>
          </p:cNvPr>
          <p:cNvCxnSpPr>
            <a:cxnSpLocks/>
            <a:stCxn id="63" idx="1"/>
          </p:cNvCxnSpPr>
          <p:nvPr/>
        </p:nvCxnSpPr>
        <p:spPr>
          <a:xfrm flipH="1">
            <a:off x="7598633" y="4291403"/>
            <a:ext cx="1099246" cy="214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85CD4BC4-AE55-3B08-D725-1F07813D6A69}"/>
              </a:ext>
            </a:extLst>
          </p:cNvPr>
          <p:cNvSpPr/>
          <p:nvPr/>
        </p:nvSpPr>
        <p:spPr>
          <a:xfrm>
            <a:off x="5065060" y="3994850"/>
            <a:ext cx="582204" cy="777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8" name="CuadroTexto 31">
            <a:extLst>
              <a:ext uri="{FF2B5EF4-FFF2-40B4-BE49-F238E27FC236}">
                <a16:creationId xmlns:a16="http://schemas.microsoft.com/office/drawing/2014/main" id="{EA3453E5-564A-7E6D-A785-A21582762040}"/>
              </a:ext>
            </a:extLst>
          </p:cNvPr>
          <p:cNvSpPr txBox="1"/>
          <p:nvPr/>
        </p:nvSpPr>
        <p:spPr>
          <a:xfrm>
            <a:off x="8697879" y="3164118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</a:t>
            </a:r>
            <a:r>
              <a:rPr lang="es-MX" sz="1200" noProof="0" dirty="0" err="1"/>
              <a:t>gripper</a:t>
            </a:r>
            <a:r>
              <a:rPr lang="es-MX" sz="1200" noProof="0" dirty="0"/>
              <a:t> de módulo 3</a:t>
            </a:r>
          </a:p>
        </p:txBody>
      </p:sp>
      <p:cxnSp>
        <p:nvCxnSpPr>
          <p:cNvPr id="69" name="Conector recto de flecha 10">
            <a:extLst>
              <a:ext uri="{FF2B5EF4-FFF2-40B4-BE49-F238E27FC236}">
                <a16:creationId xmlns:a16="http://schemas.microsoft.com/office/drawing/2014/main" id="{1E32F6BB-BEAA-244D-522E-9DA48C58CCD7}"/>
              </a:ext>
            </a:extLst>
          </p:cNvPr>
          <p:cNvCxnSpPr>
            <a:cxnSpLocks/>
            <a:stCxn id="68" idx="1"/>
          </p:cNvCxnSpPr>
          <p:nvPr/>
        </p:nvCxnSpPr>
        <p:spPr>
          <a:xfrm flipH="1">
            <a:off x="6611746" y="3487284"/>
            <a:ext cx="2086133" cy="6582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FCC64D76-CF81-D5DF-3C54-3ECB6E9F649D}"/>
              </a:ext>
            </a:extLst>
          </p:cNvPr>
          <p:cNvSpPr/>
          <p:nvPr/>
        </p:nvSpPr>
        <p:spPr>
          <a:xfrm>
            <a:off x="7004194" y="3984232"/>
            <a:ext cx="582204" cy="777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3" name="CuadroTexto 31">
            <a:extLst>
              <a:ext uri="{FF2B5EF4-FFF2-40B4-BE49-F238E27FC236}">
                <a16:creationId xmlns:a16="http://schemas.microsoft.com/office/drawing/2014/main" id="{41A506B8-918F-57C3-61FE-8EC30C6F77B4}"/>
              </a:ext>
            </a:extLst>
          </p:cNvPr>
          <p:cNvSpPr txBox="1"/>
          <p:nvPr/>
        </p:nvSpPr>
        <p:spPr>
          <a:xfrm>
            <a:off x="8697879" y="4772356"/>
            <a:ext cx="188938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 de acceso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Envía a siguiente pantalla</a:t>
            </a:r>
          </a:p>
        </p:txBody>
      </p:sp>
      <p:cxnSp>
        <p:nvCxnSpPr>
          <p:cNvPr id="74" name="Conector recto de flecha 10">
            <a:extLst>
              <a:ext uri="{FF2B5EF4-FFF2-40B4-BE49-F238E27FC236}">
                <a16:creationId xmlns:a16="http://schemas.microsoft.com/office/drawing/2014/main" id="{8006F055-5C72-2D1F-B47E-34BA5EC353B5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8332891" y="4936436"/>
            <a:ext cx="364988" cy="667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31">
            <a:extLst>
              <a:ext uri="{FF2B5EF4-FFF2-40B4-BE49-F238E27FC236}">
                <a16:creationId xmlns:a16="http://schemas.microsoft.com/office/drawing/2014/main" id="{07AFB22E-2148-89BB-2F19-99B501266673}"/>
              </a:ext>
            </a:extLst>
          </p:cNvPr>
          <p:cNvSpPr txBox="1"/>
          <p:nvPr/>
        </p:nvSpPr>
        <p:spPr>
          <a:xfrm>
            <a:off x="427446" y="1868401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soportes de pieza de modulo 1</a:t>
            </a:r>
          </a:p>
        </p:txBody>
      </p:sp>
      <p:cxnSp>
        <p:nvCxnSpPr>
          <p:cNvPr id="13" name="Conector recto de flecha 10">
            <a:extLst>
              <a:ext uri="{FF2B5EF4-FFF2-40B4-BE49-F238E27FC236}">
                <a16:creationId xmlns:a16="http://schemas.microsoft.com/office/drawing/2014/main" id="{23EF5AAE-6EE2-89DC-904D-F352D83C09EC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680750" y="2191567"/>
            <a:ext cx="1409876" cy="7488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18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D9F03-99E3-088B-570B-5FE1AF43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C2624B-AD07-AE5B-73E2-34528CF4B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185" y="1748196"/>
            <a:ext cx="4591225" cy="342554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67D11D0-0726-5FEB-DBC4-A7C2F915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>
                <a:solidFill>
                  <a:schemeClr val="accent1">
                    <a:lumMod val="50000"/>
                  </a:schemeClr>
                </a:solidFill>
              </a:rPr>
              <a:t>Pantalla Manual de Salidas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797534E-C492-EB74-340E-ECD2C760D4E9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3680750" y="2210090"/>
            <a:ext cx="548350" cy="6244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8C06B10-E7C4-2E62-6BDE-71ECA95B1C0E}"/>
              </a:ext>
            </a:extLst>
          </p:cNvPr>
          <p:cNvSpPr txBox="1"/>
          <p:nvPr/>
        </p:nvSpPr>
        <p:spPr>
          <a:xfrm>
            <a:off x="427446" y="1886924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</a:t>
            </a:r>
            <a:r>
              <a:rPr lang="es-MX" sz="1200" noProof="0" dirty="0" err="1"/>
              <a:t>insertador</a:t>
            </a:r>
            <a:r>
              <a:rPr lang="es-MX" sz="1200" noProof="0" dirty="0"/>
              <a:t> posterior </a:t>
            </a:r>
            <a:r>
              <a:rPr lang="es-MX" sz="1200" dirty="0"/>
              <a:t>de modulo 3</a:t>
            </a:r>
            <a:endParaRPr lang="es-MX" sz="1200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CC808-B3EA-7971-517F-5EEC0AEDC002}"/>
              </a:ext>
            </a:extLst>
          </p:cNvPr>
          <p:cNvSpPr/>
          <p:nvPr/>
        </p:nvSpPr>
        <p:spPr>
          <a:xfrm>
            <a:off x="4110461" y="2457396"/>
            <a:ext cx="582204" cy="777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CuadroTexto 31">
            <a:extLst>
              <a:ext uri="{FF2B5EF4-FFF2-40B4-BE49-F238E27FC236}">
                <a16:creationId xmlns:a16="http://schemas.microsoft.com/office/drawing/2014/main" id="{9364629C-33EF-509B-9BCC-47AA94FEE6C1}"/>
              </a:ext>
            </a:extLst>
          </p:cNvPr>
          <p:cNvSpPr txBox="1"/>
          <p:nvPr/>
        </p:nvSpPr>
        <p:spPr>
          <a:xfrm>
            <a:off x="441546" y="2616758"/>
            <a:ext cx="322588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</a:t>
            </a:r>
            <a:r>
              <a:rPr lang="es-MX" sz="1200" b="1" noProof="0" dirty="0"/>
              <a:t> de control:</a:t>
            </a:r>
          </a:p>
          <a:p>
            <a:r>
              <a:rPr lang="es-MX" sz="1200" dirty="0"/>
              <a:t>Control de estado Extendido/Retraído de </a:t>
            </a:r>
            <a:r>
              <a:rPr lang="es-MX" sz="1200" dirty="0" err="1"/>
              <a:t>gripper</a:t>
            </a:r>
            <a:r>
              <a:rPr lang="es-MX" sz="1200" dirty="0"/>
              <a:t> de modulo 3</a:t>
            </a:r>
          </a:p>
        </p:txBody>
      </p:sp>
      <p:cxnSp>
        <p:nvCxnSpPr>
          <p:cNvPr id="10" name="Conector recto de flecha 10">
            <a:extLst>
              <a:ext uri="{FF2B5EF4-FFF2-40B4-BE49-F238E27FC236}">
                <a16:creationId xmlns:a16="http://schemas.microsoft.com/office/drawing/2014/main" id="{DA123179-EA1E-BB6E-805B-CA5985F218C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667434" y="2939924"/>
            <a:ext cx="1576525" cy="1357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33FE6AC-3E8B-048C-8102-D88DF0964E40}"/>
              </a:ext>
            </a:extLst>
          </p:cNvPr>
          <p:cNvSpPr/>
          <p:nvPr/>
        </p:nvSpPr>
        <p:spPr>
          <a:xfrm>
            <a:off x="5243959" y="2476005"/>
            <a:ext cx="602529" cy="7994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8" name="CuadroTexto 31">
            <a:extLst>
              <a:ext uri="{FF2B5EF4-FFF2-40B4-BE49-F238E27FC236}">
                <a16:creationId xmlns:a16="http://schemas.microsoft.com/office/drawing/2014/main" id="{697D6609-11AB-4625-4B68-F31B82D24DB1}"/>
              </a:ext>
            </a:extLst>
          </p:cNvPr>
          <p:cNvSpPr txBox="1"/>
          <p:nvPr/>
        </p:nvSpPr>
        <p:spPr>
          <a:xfrm>
            <a:off x="8679229" y="1571929"/>
            <a:ext cx="327195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pistón de </a:t>
            </a:r>
            <a:r>
              <a:rPr lang="es-MX" sz="1200" noProof="0" dirty="0" err="1"/>
              <a:t>feeder</a:t>
            </a:r>
            <a:r>
              <a:rPr lang="es-MX" sz="1200" noProof="0" dirty="0"/>
              <a:t> </a:t>
            </a:r>
            <a:r>
              <a:rPr lang="es-MX" sz="1200" dirty="0"/>
              <a:t>1 (módulo 1)</a:t>
            </a:r>
            <a:endParaRPr lang="es-MX" sz="1200" noProof="0" dirty="0"/>
          </a:p>
        </p:txBody>
      </p:sp>
      <p:cxnSp>
        <p:nvCxnSpPr>
          <p:cNvPr id="19" name="Conector recto de flecha 10">
            <a:extLst>
              <a:ext uri="{FF2B5EF4-FFF2-40B4-BE49-F238E27FC236}">
                <a16:creationId xmlns:a16="http://schemas.microsoft.com/office/drawing/2014/main" id="{4FEB9FBF-1936-A6DF-BA5D-30B0B6C6C74B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983248" y="1895095"/>
            <a:ext cx="1695981" cy="8105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1">
            <a:extLst>
              <a:ext uri="{FF2B5EF4-FFF2-40B4-BE49-F238E27FC236}">
                <a16:creationId xmlns:a16="http://schemas.microsoft.com/office/drawing/2014/main" id="{F2C286D8-EB81-769B-A43B-9D0151A1E947}"/>
              </a:ext>
            </a:extLst>
          </p:cNvPr>
          <p:cNvSpPr txBox="1"/>
          <p:nvPr/>
        </p:nvSpPr>
        <p:spPr>
          <a:xfrm>
            <a:off x="8690621" y="2382492"/>
            <a:ext cx="325330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Extendido/Retraído de pistón de </a:t>
            </a:r>
            <a:r>
              <a:rPr lang="es-MX" sz="1200" noProof="0" dirty="0" err="1"/>
              <a:t>track</a:t>
            </a:r>
            <a:r>
              <a:rPr lang="es-MX" sz="1200" noProof="0" dirty="0"/>
              <a:t> de </a:t>
            </a:r>
            <a:r>
              <a:rPr lang="es-MX" sz="1200" noProof="0" dirty="0" err="1"/>
              <a:t>feeder</a:t>
            </a:r>
            <a:r>
              <a:rPr lang="es-MX" sz="1200" noProof="0" dirty="0"/>
              <a:t> 2 (módulo 2)</a:t>
            </a:r>
          </a:p>
        </p:txBody>
      </p:sp>
      <p:cxnSp>
        <p:nvCxnSpPr>
          <p:cNvPr id="43" name="Conector recto de flecha 10">
            <a:extLst>
              <a:ext uri="{FF2B5EF4-FFF2-40B4-BE49-F238E27FC236}">
                <a16:creationId xmlns:a16="http://schemas.microsoft.com/office/drawing/2014/main" id="{B2AD8664-37FD-0112-0F10-934EFE8B33C4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8242479" y="2705658"/>
            <a:ext cx="44814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31">
            <a:extLst>
              <a:ext uri="{FF2B5EF4-FFF2-40B4-BE49-F238E27FC236}">
                <a16:creationId xmlns:a16="http://schemas.microsoft.com/office/drawing/2014/main" id="{F9BA0781-B993-75E5-73AB-5B4C6C4B2AA8}"/>
              </a:ext>
            </a:extLst>
          </p:cNvPr>
          <p:cNvSpPr txBox="1"/>
          <p:nvPr/>
        </p:nvSpPr>
        <p:spPr>
          <a:xfrm>
            <a:off x="454862" y="3366864"/>
            <a:ext cx="3225888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Abierto/Cerrado de sopladores de aire de </a:t>
            </a:r>
            <a:r>
              <a:rPr lang="es-MX" sz="1200" noProof="0" dirty="0" err="1"/>
              <a:t>track</a:t>
            </a:r>
            <a:r>
              <a:rPr lang="es-MX" sz="1200" noProof="0" dirty="0"/>
              <a:t> de </a:t>
            </a:r>
            <a:r>
              <a:rPr lang="es-MX" sz="1200" noProof="0" dirty="0" err="1"/>
              <a:t>feeder</a:t>
            </a:r>
            <a:r>
              <a:rPr lang="es-MX" sz="1200" dirty="0"/>
              <a:t> 2 (módulo 2)</a:t>
            </a:r>
            <a:endParaRPr lang="es-MX" sz="1200" noProof="0" dirty="0"/>
          </a:p>
        </p:txBody>
      </p:sp>
      <p:cxnSp>
        <p:nvCxnSpPr>
          <p:cNvPr id="50" name="Conector recto de flecha 10">
            <a:extLst>
              <a:ext uri="{FF2B5EF4-FFF2-40B4-BE49-F238E27FC236}">
                <a16:creationId xmlns:a16="http://schemas.microsoft.com/office/drawing/2014/main" id="{9C09F936-D116-E95D-71D5-0F595FF64812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3680750" y="3782363"/>
            <a:ext cx="429711" cy="884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31">
            <a:extLst>
              <a:ext uri="{FF2B5EF4-FFF2-40B4-BE49-F238E27FC236}">
                <a16:creationId xmlns:a16="http://schemas.microsoft.com/office/drawing/2014/main" id="{6D985C90-50E4-A55B-A93E-0AE4D437337B}"/>
              </a:ext>
            </a:extLst>
          </p:cNvPr>
          <p:cNvSpPr txBox="1"/>
          <p:nvPr/>
        </p:nvSpPr>
        <p:spPr>
          <a:xfrm>
            <a:off x="8703937" y="3163559"/>
            <a:ext cx="323998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 </a:t>
            </a:r>
            <a:r>
              <a:rPr lang="es-MX" sz="1200" b="1" noProof="0" dirty="0"/>
              <a:t>de control:</a:t>
            </a:r>
          </a:p>
          <a:p>
            <a:r>
              <a:rPr lang="es-MX" sz="1200" noProof="0" dirty="0"/>
              <a:t>Control de estado Abierto/Cerrado de soplador de aire manual de </a:t>
            </a:r>
            <a:r>
              <a:rPr lang="es-MX" sz="1200" noProof="0" dirty="0" err="1"/>
              <a:t>feeder</a:t>
            </a:r>
            <a:r>
              <a:rPr lang="es-MX" sz="1200" dirty="0"/>
              <a:t> 2 (módulo 2)</a:t>
            </a:r>
            <a:endParaRPr lang="es-MX" sz="1200" noProof="0" dirty="0"/>
          </a:p>
        </p:txBody>
      </p:sp>
      <p:cxnSp>
        <p:nvCxnSpPr>
          <p:cNvPr id="59" name="Conector recto de flecha 10">
            <a:extLst>
              <a:ext uri="{FF2B5EF4-FFF2-40B4-BE49-F238E27FC236}">
                <a16:creationId xmlns:a16="http://schemas.microsoft.com/office/drawing/2014/main" id="{BC94F5BB-BF31-FB20-E811-3E0D0EBF083E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6983248" y="3486725"/>
            <a:ext cx="1720689" cy="3762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uadroTexto 31">
            <a:extLst>
              <a:ext uri="{FF2B5EF4-FFF2-40B4-BE49-F238E27FC236}">
                <a16:creationId xmlns:a16="http://schemas.microsoft.com/office/drawing/2014/main" id="{E50A8095-8B56-F2E7-530A-BD72A2801E77}"/>
              </a:ext>
            </a:extLst>
          </p:cNvPr>
          <p:cNvSpPr txBox="1"/>
          <p:nvPr/>
        </p:nvSpPr>
        <p:spPr>
          <a:xfrm>
            <a:off x="1805465" y="5109289"/>
            <a:ext cx="186196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 de acceso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74" name="Conector recto de flecha 10">
            <a:extLst>
              <a:ext uri="{FF2B5EF4-FFF2-40B4-BE49-F238E27FC236}">
                <a16:creationId xmlns:a16="http://schemas.microsoft.com/office/drawing/2014/main" id="{9B82CC30-0636-BC25-2E6E-F4BB992E04FE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3667434" y="4786124"/>
            <a:ext cx="345766" cy="5539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31">
            <a:extLst>
              <a:ext uri="{FF2B5EF4-FFF2-40B4-BE49-F238E27FC236}">
                <a16:creationId xmlns:a16="http://schemas.microsoft.com/office/drawing/2014/main" id="{349538CE-7B12-39ED-7942-B6D64217B7B9}"/>
              </a:ext>
            </a:extLst>
          </p:cNvPr>
          <p:cNvSpPr txBox="1"/>
          <p:nvPr/>
        </p:nvSpPr>
        <p:spPr>
          <a:xfrm>
            <a:off x="441546" y="4299048"/>
            <a:ext cx="322588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 de estado Abierto/Cerrado de soplador de aire de pistón de </a:t>
            </a:r>
            <a:r>
              <a:rPr lang="es-MX" sz="1200" noProof="0" dirty="0" err="1"/>
              <a:t>track</a:t>
            </a:r>
            <a:r>
              <a:rPr lang="es-MX" sz="1200" noProof="0" dirty="0"/>
              <a:t> de </a:t>
            </a:r>
            <a:r>
              <a:rPr lang="es-MX" sz="1200" noProof="0" dirty="0" err="1"/>
              <a:t>feeder</a:t>
            </a:r>
            <a:r>
              <a:rPr lang="es-MX" sz="1200" dirty="0"/>
              <a:t> 2 (módulo 2)</a:t>
            </a:r>
            <a:endParaRPr lang="es-MX" sz="1200" noProof="0" dirty="0"/>
          </a:p>
        </p:txBody>
      </p:sp>
      <p:cxnSp>
        <p:nvCxnSpPr>
          <p:cNvPr id="23" name="Conector recto de flecha 10">
            <a:extLst>
              <a:ext uri="{FF2B5EF4-FFF2-40B4-BE49-F238E27FC236}">
                <a16:creationId xmlns:a16="http://schemas.microsoft.com/office/drawing/2014/main" id="{E21753B1-CB07-F27C-BA88-72C3A6D58D6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667434" y="4101641"/>
            <a:ext cx="1877789" cy="5205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31">
            <a:extLst>
              <a:ext uri="{FF2B5EF4-FFF2-40B4-BE49-F238E27FC236}">
                <a16:creationId xmlns:a16="http://schemas.microsoft.com/office/drawing/2014/main" id="{AE429D2D-415D-FE69-F0AD-0BF96CA466C3}"/>
              </a:ext>
            </a:extLst>
          </p:cNvPr>
          <p:cNvSpPr txBox="1"/>
          <p:nvPr/>
        </p:nvSpPr>
        <p:spPr>
          <a:xfrm>
            <a:off x="8711195" y="3944626"/>
            <a:ext cx="323998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Botón </a:t>
            </a:r>
            <a:r>
              <a:rPr lang="es-MX" sz="1200" b="1" noProof="0" dirty="0"/>
              <a:t>de control:</a:t>
            </a:r>
          </a:p>
          <a:p>
            <a:r>
              <a:rPr lang="es-MX" sz="1200" noProof="0" dirty="0"/>
              <a:t>Control de estado Abierto/Cerrado de soplador de aire de  purga manual de </a:t>
            </a:r>
            <a:r>
              <a:rPr lang="es-MX" sz="1200" noProof="0" dirty="0" err="1"/>
              <a:t>feeder</a:t>
            </a:r>
            <a:r>
              <a:rPr lang="es-MX" sz="1200" dirty="0"/>
              <a:t> 1 (módulo 1)</a:t>
            </a:r>
            <a:endParaRPr lang="es-MX" sz="1200" noProof="0" dirty="0"/>
          </a:p>
        </p:txBody>
      </p:sp>
      <p:cxnSp>
        <p:nvCxnSpPr>
          <p:cNvPr id="15" name="Conector recto de flecha 10">
            <a:extLst>
              <a:ext uri="{FF2B5EF4-FFF2-40B4-BE49-F238E27FC236}">
                <a16:creationId xmlns:a16="http://schemas.microsoft.com/office/drawing/2014/main" id="{738D0B19-3CBD-8892-4B7C-C6DBD4DB93F2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8242479" y="3870809"/>
            <a:ext cx="468716" cy="3969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461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2BCF-E69B-470F-65DF-E1CCFA00D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1FDD22-766B-F469-4B5B-3EB02127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65" y="1696379"/>
            <a:ext cx="4637201" cy="346524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D3BCDD4-834F-96C3-1790-3793FAA90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Manual Visión</a:t>
            </a:r>
          </a:p>
        </p:txBody>
      </p:sp>
      <p:sp>
        <p:nvSpPr>
          <p:cNvPr id="65" name="CuadroTexto 31">
            <a:extLst>
              <a:ext uri="{FF2B5EF4-FFF2-40B4-BE49-F238E27FC236}">
                <a16:creationId xmlns:a16="http://schemas.microsoft.com/office/drawing/2014/main" id="{3CFB7B05-FAAA-9847-A512-5EA953DCC2CA}"/>
              </a:ext>
            </a:extLst>
          </p:cNvPr>
          <p:cNvSpPr txBox="1"/>
          <p:nvPr/>
        </p:nvSpPr>
        <p:spPr>
          <a:xfrm>
            <a:off x="526780" y="3034904"/>
            <a:ext cx="26660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Proceso de adquisición</a:t>
            </a:r>
          </a:p>
        </p:txBody>
      </p:sp>
      <p:cxnSp>
        <p:nvCxnSpPr>
          <p:cNvPr id="66" name="Conector recto de flecha 10">
            <a:extLst>
              <a:ext uri="{FF2B5EF4-FFF2-40B4-BE49-F238E27FC236}">
                <a16:creationId xmlns:a16="http://schemas.microsoft.com/office/drawing/2014/main" id="{23B7B0BB-49EC-5E1A-4566-105EEBD2B7F1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3192780" y="3112096"/>
            <a:ext cx="1163320" cy="1536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31">
            <a:extLst>
              <a:ext uri="{FF2B5EF4-FFF2-40B4-BE49-F238E27FC236}">
                <a16:creationId xmlns:a16="http://schemas.microsoft.com/office/drawing/2014/main" id="{BAF1108E-DEB5-CDB0-1064-E9B41A1DD58A}"/>
              </a:ext>
            </a:extLst>
          </p:cNvPr>
          <p:cNvSpPr txBox="1"/>
          <p:nvPr/>
        </p:nvSpPr>
        <p:spPr>
          <a:xfrm>
            <a:off x="526781" y="2217635"/>
            <a:ext cx="260504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estatus en online/offline </a:t>
            </a:r>
            <a:r>
              <a:rPr lang="es-MX" sz="1200" dirty="0"/>
              <a:t>de visión correspondiente</a:t>
            </a:r>
            <a:endParaRPr lang="es-MX" sz="1200" noProof="0" dirty="0"/>
          </a:p>
        </p:txBody>
      </p:sp>
      <p:cxnSp>
        <p:nvCxnSpPr>
          <p:cNvPr id="96" name="Conector recto de flecha 10">
            <a:extLst>
              <a:ext uri="{FF2B5EF4-FFF2-40B4-BE49-F238E27FC236}">
                <a16:creationId xmlns:a16="http://schemas.microsoft.com/office/drawing/2014/main" id="{7F429AA5-C3C0-6F1A-5ADD-646032AA055B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3131821" y="2540801"/>
            <a:ext cx="1265055" cy="4081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A173AF93-BBAF-B9CD-8F9B-93D4CA169DFB}"/>
              </a:ext>
            </a:extLst>
          </p:cNvPr>
          <p:cNvSpPr txBox="1"/>
          <p:nvPr/>
        </p:nvSpPr>
        <p:spPr>
          <a:xfrm>
            <a:off x="526781" y="4338481"/>
            <a:ext cx="26660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Indica disponibilidad de </a:t>
            </a:r>
            <a:r>
              <a:rPr lang="es-MX" sz="1200" dirty="0"/>
              <a:t>disparo</a:t>
            </a:r>
            <a:endParaRPr lang="es-MX" sz="1200" noProof="0" dirty="0"/>
          </a:p>
        </p:txBody>
      </p:sp>
      <p:cxnSp>
        <p:nvCxnSpPr>
          <p:cNvPr id="108" name="Conector recto de flecha 10">
            <a:extLst>
              <a:ext uri="{FF2B5EF4-FFF2-40B4-BE49-F238E27FC236}">
                <a16:creationId xmlns:a16="http://schemas.microsoft.com/office/drawing/2014/main" id="{CCC58258-4B3A-9AD6-E18C-7B2EE636644B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3192781" y="3496569"/>
            <a:ext cx="1214039" cy="10727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uadroTexto 31">
            <a:extLst>
              <a:ext uri="{FF2B5EF4-FFF2-40B4-BE49-F238E27FC236}">
                <a16:creationId xmlns:a16="http://schemas.microsoft.com/office/drawing/2014/main" id="{344DB0E6-BA0D-EBDA-19C7-5566EFBFCDB6}"/>
              </a:ext>
            </a:extLst>
          </p:cNvPr>
          <p:cNvSpPr txBox="1"/>
          <p:nvPr/>
        </p:nvSpPr>
        <p:spPr>
          <a:xfrm>
            <a:off x="8549033" y="1463101"/>
            <a:ext cx="180146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Descripción:</a:t>
            </a:r>
          </a:p>
          <a:p>
            <a:r>
              <a:rPr lang="es-MX" sz="1200" noProof="0" dirty="0"/>
              <a:t>Modulo, posición y modelo de visión</a:t>
            </a:r>
          </a:p>
        </p:txBody>
      </p:sp>
      <p:cxnSp>
        <p:nvCxnSpPr>
          <p:cNvPr id="131" name="Conector recto de flecha 10">
            <a:extLst>
              <a:ext uri="{FF2B5EF4-FFF2-40B4-BE49-F238E27FC236}">
                <a16:creationId xmlns:a16="http://schemas.microsoft.com/office/drawing/2014/main" id="{824EBF11-8C77-71C5-7F69-F773054F378F}"/>
              </a:ext>
            </a:extLst>
          </p:cNvPr>
          <p:cNvCxnSpPr>
            <a:cxnSpLocks/>
            <a:stCxn id="122" idx="1"/>
          </p:cNvCxnSpPr>
          <p:nvPr/>
        </p:nvCxnSpPr>
        <p:spPr>
          <a:xfrm flipH="1">
            <a:off x="7618166" y="1786267"/>
            <a:ext cx="930867" cy="7545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31">
            <a:extLst>
              <a:ext uri="{FF2B5EF4-FFF2-40B4-BE49-F238E27FC236}">
                <a16:creationId xmlns:a16="http://schemas.microsoft.com/office/drawing/2014/main" id="{CFA13F05-B238-FCDE-6E3F-9FCAD90D0D7E}"/>
              </a:ext>
            </a:extLst>
          </p:cNvPr>
          <p:cNvSpPr txBox="1"/>
          <p:nvPr/>
        </p:nvSpPr>
        <p:spPr>
          <a:xfrm>
            <a:off x="526780" y="3582533"/>
            <a:ext cx="266600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finalización de procesamiento de imagen</a:t>
            </a:r>
          </a:p>
        </p:txBody>
      </p:sp>
      <p:cxnSp>
        <p:nvCxnSpPr>
          <p:cNvPr id="13" name="Conector recto de flecha 10">
            <a:extLst>
              <a:ext uri="{FF2B5EF4-FFF2-40B4-BE49-F238E27FC236}">
                <a16:creationId xmlns:a16="http://schemas.microsoft.com/office/drawing/2014/main" id="{5B9E71A8-61F0-E29E-16B4-E10DDD918FA1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192780" y="3342632"/>
            <a:ext cx="1163320" cy="5630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31">
            <a:extLst>
              <a:ext uri="{FF2B5EF4-FFF2-40B4-BE49-F238E27FC236}">
                <a16:creationId xmlns:a16="http://schemas.microsoft.com/office/drawing/2014/main" id="{C7A283D7-FFC8-CE06-6544-4E9E32E8B3C2}"/>
              </a:ext>
            </a:extLst>
          </p:cNvPr>
          <p:cNvSpPr txBox="1"/>
          <p:nvPr/>
        </p:nvSpPr>
        <p:spPr>
          <a:xfrm>
            <a:off x="526780" y="4909763"/>
            <a:ext cx="26660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Indica resultado de inspección</a:t>
            </a:r>
          </a:p>
        </p:txBody>
      </p:sp>
      <p:cxnSp>
        <p:nvCxnSpPr>
          <p:cNvPr id="19" name="Conector recto de flecha 10">
            <a:extLst>
              <a:ext uri="{FF2B5EF4-FFF2-40B4-BE49-F238E27FC236}">
                <a16:creationId xmlns:a16="http://schemas.microsoft.com/office/drawing/2014/main" id="{87CE2310-C51B-EE9A-39A5-4617C84AB3BF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192780" y="3734030"/>
            <a:ext cx="1188679" cy="14065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31">
            <a:extLst>
              <a:ext uri="{FF2B5EF4-FFF2-40B4-BE49-F238E27FC236}">
                <a16:creationId xmlns:a16="http://schemas.microsoft.com/office/drawing/2014/main" id="{BAFA768C-8522-21AC-A2A9-059BC6ACCAC1}"/>
              </a:ext>
            </a:extLst>
          </p:cNvPr>
          <p:cNvSpPr txBox="1"/>
          <p:nvPr/>
        </p:nvSpPr>
        <p:spPr>
          <a:xfrm>
            <a:off x="8777633" y="2936202"/>
            <a:ext cx="180146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Inicia Inspección de visión correspondiente</a:t>
            </a:r>
          </a:p>
        </p:txBody>
      </p:sp>
      <p:sp>
        <p:nvSpPr>
          <p:cNvPr id="25" name="CuadroTexto 31">
            <a:extLst>
              <a:ext uri="{FF2B5EF4-FFF2-40B4-BE49-F238E27FC236}">
                <a16:creationId xmlns:a16="http://schemas.microsoft.com/office/drawing/2014/main" id="{0CAFC3A6-8B7F-23DF-21F3-BA862A94952F}"/>
              </a:ext>
            </a:extLst>
          </p:cNvPr>
          <p:cNvSpPr txBox="1"/>
          <p:nvPr/>
        </p:nvSpPr>
        <p:spPr>
          <a:xfrm>
            <a:off x="8777633" y="3690737"/>
            <a:ext cx="180146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Control de luz de visión correspondiente</a:t>
            </a:r>
            <a:endParaRPr lang="es-MX" sz="1200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A74A77-C02D-0E90-FFF7-1F6638A48698}"/>
              </a:ext>
            </a:extLst>
          </p:cNvPr>
          <p:cNvSpPr/>
          <p:nvPr/>
        </p:nvSpPr>
        <p:spPr>
          <a:xfrm>
            <a:off x="4356101" y="3929352"/>
            <a:ext cx="3274765" cy="3850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33C110-C5E3-0CBF-2355-60AB9E224D63}"/>
              </a:ext>
            </a:extLst>
          </p:cNvPr>
          <p:cNvSpPr/>
          <p:nvPr/>
        </p:nvSpPr>
        <p:spPr>
          <a:xfrm>
            <a:off x="4356100" y="4352634"/>
            <a:ext cx="3274766" cy="3385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28" name="Conector recto de flecha 10">
            <a:extLst>
              <a:ext uri="{FF2B5EF4-FFF2-40B4-BE49-F238E27FC236}">
                <a16:creationId xmlns:a16="http://schemas.microsoft.com/office/drawing/2014/main" id="{9346E9E7-DE16-04CB-3222-67DF4BB5831E}"/>
              </a:ext>
            </a:extLst>
          </p:cNvPr>
          <p:cNvCxnSpPr>
            <a:cxnSpLocks/>
            <a:stCxn id="24" idx="1"/>
            <a:endCxn id="26" idx="3"/>
          </p:cNvCxnSpPr>
          <p:nvPr/>
        </p:nvCxnSpPr>
        <p:spPr>
          <a:xfrm flipH="1">
            <a:off x="7630866" y="3259368"/>
            <a:ext cx="1146767" cy="8624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10">
            <a:extLst>
              <a:ext uri="{FF2B5EF4-FFF2-40B4-BE49-F238E27FC236}">
                <a16:creationId xmlns:a16="http://schemas.microsoft.com/office/drawing/2014/main" id="{BABD1426-7CE5-03AE-8773-64B421DD8D7E}"/>
              </a:ext>
            </a:extLst>
          </p:cNvPr>
          <p:cNvCxnSpPr>
            <a:cxnSpLocks/>
            <a:stCxn id="25" idx="1"/>
            <a:endCxn id="27" idx="3"/>
          </p:cNvCxnSpPr>
          <p:nvPr/>
        </p:nvCxnSpPr>
        <p:spPr>
          <a:xfrm flipH="1">
            <a:off x="7630866" y="4013903"/>
            <a:ext cx="1146767" cy="5080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8C9B15C-DFC6-FFCD-950E-976953A8CF98}"/>
              </a:ext>
            </a:extLst>
          </p:cNvPr>
          <p:cNvSpPr/>
          <p:nvPr/>
        </p:nvSpPr>
        <p:spPr>
          <a:xfrm>
            <a:off x="6664366" y="2342115"/>
            <a:ext cx="930867" cy="437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4067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EFFD-77BC-E372-D224-2B437B81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0AE59F-8EC2-D877-6FF0-B1AC8D35B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186" y="1748166"/>
            <a:ext cx="4695875" cy="35292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C459762-38F8-2E07-EDF3-773F4E3C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Manual Visión</a:t>
            </a:r>
          </a:p>
        </p:txBody>
      </p:sp>
      <p:sp>
        <p:nvSpPr>
          <p:cNvPr id="65" name="CuadroTexto 31">
            <a:extLst>
              <a:ext uri="{FF2B5EF4-FFF2-40B4-BE49-F238E27FC236}">
                <a16:creationId xmlns:a16="http://schemas.microsoft.com/office/drawing/2014/main" id="{413080C1-EA96-B5FE-95EE-C972BF0C7A74}"/>
              </a:ext>
            </a:extLst>
          </p:cNvPr>
          <p:cNvSpPr txBox="1"/>
          <p:nvPr/>
        </p:nvSpPr>
        <p:spPr>
          <a:xfrm>
            <a:off x="526780" y="3034904"/>
            <a:ext cx="26660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Proceso de adquisición</a:t>
            </a:r>
          </a:p>
        </p:txBody>
      </p:sp>
      <p:cxnSp>
        <p:nvCxnSpPr>
          <p:cNvPr id="66" name="Conector recto de flecha 10">
            <a:extLst>
              <a:ext uri="{FF2B5EF4-FFF2-40B4-BE49-F238E27FC236}">
                <a16:creationId xmlns:a16="http://schemas.microsoft.com/office/drawing/2014/main" id="{3ACAAD41-014B-089C-DE4C-01EECA699F99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3192780" y="3112096"/>
            <a:ext cx="1163320" cy="1536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31">
            <a:extLst>
              <a:ext uri="{FF2B5EF4-FFF2-40B4-BE49-F238E27FC236}">
                <a16:creationId xmlns:a16="http://schemas.microsoft.com/office/drawing/2014/main" id="{C6E1D964-D026-92D7-8F09-B6E3827D0259}"/>
              </a:ext>
            </a:extLst>
          </p:cNvPr>
          <p:cNvSpPr txBox="1"/>
          <p:nvPr/>
        </p:nvSpPr>
        <p:spPr>
          <a:xfrm>
            <a:off x="526781" y="2217635"/>
            <a:ext cx="260504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estatus en online/offline </a:t>
            </a:r>
            <a:r>
              <a:rPr lang="es-MX" sz="1200" dirty="0"/>
              <a:t>de visión correspondiente</a:t>
            </a:r>
            <a:endParaRPr lang="es-MX" sz="1200" noProof="0" dirty="0"/>
          </a:p>
        </p:txBody>
      </p:sp>
      <p:cxnSp>
        <p:nvCxnSpPr>
          <p:cNvPr id="96" name="Conector recto de flecha 10">
            <a:extLst>
              <a:ext uri="{FF2B5EF4-FFF2-40B4-BE49-F238E27FC236}">
                <a16:creationId xmlns:a16="http://schemas.microsoft.com/office/drawing/2014/main" id="{E0AA368D-F7AB-3D2A-F54E-FE4626C5F097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3131821" y="2540801"/>
            <a:ext cx="1265055" cy="4081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66B988AC-7FCD-CD99-4BC6-37F2A311F829}"/>
              </a:ext>
            </a:extLst>
          </p:cNvPr>
          <p:cNvSpPr txBox="1"/>
          <p:nvPr/>
        </p:nvSpPr>
        <p:spPr>
          <a:xfrm>
            <a:off x="526781" y="4338481"/>
            <a:ext cx="26660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Indica disponibilidad de </a:t>
            </a:r>
            <a:r>
              <a:rPr lang="es-MX" sz="1200" dirty="0"/>
              <a:t>disparo</a:t>
            </a:r>
            <a:endParaRPr lang="es-MX" sz="1200" noProof="0" dirty="0"/>
          </a:p>
        </p:txBody>
      </p:sp>
      <p:cxnSp>
        <p:nvCxnSpPr>
          <p:cNvPr id="108" name="Conector recto de flecha 10">
            <a:extLst>
              <a:ext uri="{FF2B5EF4-FFF2-40B4-BE49-F238E27FC236}">
                <a16:creationId xmlns:a16="http://schemas.microsoft.com/office/drawing/2014/main" id="{8563C7BB-A327-C114-ABCE-B8DC27EFBC99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3192781" y="3496569"/>
            <a:ext cx="1214039" cy="10727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uadroTexto 31">
            <a:extLst>
              <a:ext uri="{FF2B5EF4-FFF2-40B4-BE49-F238E27FC236}">
                <a16:creationId xmlns:a16="http://schemas.microsoft.com/office/drawing/2014/main" id="{03EFA1FA-8CAB-C587-245A-8148F08D1CF4}"/>
              </a:ext>
            </a:extLst>
          </p:cNvPr>
          <p:cNvSpPr txBox="1"/>
          <p:nvPr/>
        </p:nvSpPr>
        <p:spPr>
          <a:xfrm>
            <a:off x="8549033" y="1463101"/>
            <a:ext cx="180146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Descripción:</a:t>
            </a:r>
          </a:p>
          <a:p>
            <a:r>
              <a:rPr lang="es-MX" sz="1200" noProof="0" dirty="0"/>
              <a:t>Modulo, posición y modelo de visión</a:t>
            </a:r>
          </a:p>
        </p:txBody>
      </p:sp>
      <p:cxnSp>
        <p:nvCxnSpPr>
          <p:cNvPr id="131" name="Conector recto de flecha 10">
            <a:extLst>
              <a:ext uri="{FF2B5EF4-FFF2-40B4-BE49-F238E27FC236}">
                <a16:creationId xmlns:a16="http://schemas.microsoft.com/office/drawing/2014/main" id="{C8506906-9666-D488-74E4-C59DDA3AA594}"/>
              </a:ext>
            </a:extLst>
          </p:cNvPr>
          <p:cNvCxnSpPr>
            <a:cxnSpLocks/>
            <a:stCxn id="122" idx="1"/>
          </p:cNvCxnSpPr>
          <p:nvPr/>
        </p:nvCxnSpPr>
        <p:spPr>
          <a:xfrm flipH="1">
            <a:off x="7618166" y="1786267"/>
            <a:ext cx="930867" cy="7545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31">
            <a:extLst>
              <a:ext uri="{FF2B5EF4-FFF2-40B4-BE49-F238E27FC236}">
                <a16:creationId xmlns:a16="http://schemas.microsoft.com/office/drawing/2014/main" id="{CD887001-3612-10E7-FEC3-5C2B527BF7B3}"/>
              </a:ext>
            </a:extLst>
          </p:cNvPr>
          <p:cNvSpPr txBox="1"/>
          <p:nvPr/>
        </p:nvSpPr>
        <p:spPr>
          <a:xfrm>
            <a:off x="526780" y="3582533"/>
            <a:ext cx="266600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finalización de procesamiento de imagen</a:t>
            </a:r>
          </a:p>
        </p:txBody>
      </p:sp>
      <p:cxnSp>
        <p:nvCxnSpPr>
          <p:cNvPr id="13" name="Conector recto de flecha 10">
            <a:extLst>
              <a:ext uri="{FF2B5EF4-FFF2-40B4-BE49-F238E27FC236}">
                <a16:creationId xmlns:a16="http://schemas.microsoft.com/office/drawing/2014/main" id="{969F0CB3-6A83-456E-2F4B-C1929A9921A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192780" y="3342632"/>
            <a:ext cx="1163320" cy="5630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31">
            <a:extLst>
              <a:ext uri="{FF2B5EF4-FFF2-40B4-BE49-F238E27FC236}">
                <a16:creationId xmlns:a16="http://schemas.microsoft.com/office/drawing/2014/main" id="{7928DA70-D367-911D-D3A0-52799F2A66A9}"/>
              </a:ext>
            </a:extLst>
          </p:cNvPr>
          <p:cNvSpPr txBox="1"/>
          <p:nvPr/>
        </p:nvSpPr>
        <p:spPr>
          <a:xfrm>
            <a:off x="526780" y="4909763"/>
            <a:ext cx="26660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Indica resultado de inspección</a:t>
            </a:r>
          </a:p>
        </p:txBody>
      </p:sp>
      <p:cxnSp>
        <p:nvCxnSpPr>
          <p:cNvPr id="19" name="Conector recto de flecha 10">
            <a:extLst>
              <a:ext uri="{FF2B5EF4-FFF2-40B4-BE49-F238E27FC236}">
                <a16:creationId xmlns:a16="http://schemas.microsoft.com/office/drawing/2014/main" id="{1A3CE6CA-2887-B576-7A3C-42CD39222B4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192780" y="3734030"/>
            <a:ext cx="1188679" cy="14065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31">
            <a:extLst>
              <a:ext uri="{FF2B5EF4-FFF2-40B4-BE49-F238E27FC236}">
                <a16:creationId xmlns:a16="http://schemas.microsoft.com/office/drawing/2014/main" id="{6E1CDDAA-1813-B497-33DD-2A191388970D}"/>
              </a:ext>
            </a:extLst>
          </p:cNvPr>
          <p:cNvSpPr txBox="1"/>
          <p:nvPr/>
        </p:nvSpPr>
        <p:spPr>
          <a:xfrm>
            <a:off x="8777633" y="2936202"/>
            <a:ext cx="180146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Inicia Inspección de visión correspondiente</a:t>
            </a:r>
          </a:p>
        </p:txBody>
      </p:sp>
      <p:sp>
        <p:nvSpPr>
          <p:cNvPr id="25" name="CuadroTexto 31">
            <a:extLst>
              <a:ext uri="{FF2B5EF4-FFF2-40B4-BE49-F238E27FC236}">
                <a16:creationId xmlns:a16="http://schemas.microsoft.com/office/drawing/2014/main" id="{1E75E66E-B32D-49EC-30D0-1A905D672810}"/>
              </a:ext>
            </a:extLst>
          </p:cNvPr>
          <p:cNvSpPr txBox="1"/>
          <p:nvPr/>
        </p:nvSpPr>
        <p:spPr>
          <a:xfrm>
            <a:off x="8777633" y="3690737"/>
            <a:ext cx="180146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Control de luz de visión correspondiente</a:t>
            </a:r>
            <a:endParaRPr lang="es-MX" sz="1200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A70D1A-FCB4-A85F-6210-6C028FB30562}"/>
              </a:ext>
            </a:extLst>
          </p:cNvPr>
          <p:cNvSpPr/>
          <p:nvPr/>
        </p:nvSpPr>
        <p:spPr>
          <a:xfrm>
            <a:off x="4330701" y="3929352"/>
            <a:ext cx="3274766" cy="3850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7BE7B7-ADCB-1D6C-4C41-901734262A57}"/>
              </a:ext>
            </a:extLst>
          </p:cNvPr>
          <p:cNvSpPr/>
          <p:nvPr/>
        </p:nvSpPr>
        <p:spPr>
          <a:xfrm>
            <a:off x="6664366" y="4352634"/>
            <a:ext cx="966500" cy="3385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28" name="Conector recto de flecha 10">
            <a:extLst>
              <a:ext uri="{FF2B5EF4-FFF2-40B4-BE49-F238E27FC236}">
                <a16:creationId xmlns:a16="http://schemas.microsoft.com/office/drawing/2014/main" id="{6FEEA37A-FFB9-49EC-9274-25EC14FA5B8F}"/>
              </a:ext>
            </a:extLst>
          </p:cNvPr>
          <p:cNvCxnSpPr>
            <a:cxnSpLocks/>
            <a:stCxn id="24" idx="1"/>
            <a:endCxn id="26" idx="3"/>
          </p:cNvCxnSpPr>
          <p:nvPr/>
        </p:nvCxnSpPr>
        <p:spPr>
          <a:xfrm flipH="1">
            <a:off x="7605467" y="3259368"/>
            <a:ext cx="1172166" cy="8624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10">
            <a:extLst>
              <a:ext uri="{FF2B5EF4-FFF2-40B4-BE49-F238E27FC236}">
                <a16:creationId xmlns:a16="http://schemas.microsoft.com/office/drawing/2014/main" id="{7F14383C-A5B2-D22E-ABAE-F7AAE0FE89DD}"/>
              </a:ext>
            </a:extLst>
          </p:cNvPr>
          <p:cNvCxnSpPr>
            <a:cxnSpLocks/>
            <a:stCxn id="25" idx="1"/>
            <a:endCxn id="27" idx="3"/>
          </p:cNvCxnSpPr>
          <p:nvPr/>
        </p:nvCxnSpPr>
        <p:spPr>
          <a:xfrm flipH="1">
            <a:off x="7630866" y="4013903"/>
            <a:ext cx="1146767" cy="5080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FF0F6A0-E7E3-A6E1-7EDA-BC314E263AA7}"/>
              </a:ext>
            </a:extLst>
          </p:cNvPr>
          <p:cNvSpPr/>
          <p:nvPr/>
        </p:nvSpPr>
        <p:spPr>
          <a:xfrm>
            <a:off x="6664366" y="2342115"/>
            <a:ext cx="930867" cy="437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5195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75A4A-337C-BAAB-E9DD-D143C829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D67F8B-3167-BE1A-BF58-202CEB05F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470" y="1472752"/>
            <a:ext cx="6125430" cy="45726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52AD05-7CE0-AA0A-68A0-BFF6DFF8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Robot Cartesiano YZ</a:t>
            </a:r>
          </a:p>
        </p:txBody>
      </p: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935552DA-8A23-268B-8D9C-2341A95CE517}"/>
              </a:ext>
            </a:extLst>
          </p:cNvPr>
          <p:cNvSpPr txBox="1"/>
          <p:nvPr/>
        </p:nvSpPr>
        <p:spPr>
          <a:xfrm>
            <a:off x="295679" y="3689876"/>
            <a:ext cx="324149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Envía a pantalla manual de servo Festo eje Y</a:t>
            </a:r>
          </a:p>
        </p:txBody>
      </p:sp>
      <p:cxnSp>
        <p:nvCxnSpPr>
          <p:cNvPr id="108" name="Conector recto de flecha 10">
            <a:extLst>
              <a:ext uri="{FF2B5EF4-FFF2-40B4-BE49-F238E27FC236}">
                <a16:creationId xmlns:a16="http://schemas.microsoft.com/office/drawing/2014/main" id="{D8A34A8F-6992-B29C-D0FE-D15860E2A43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37170" y="4990153"/>
            <a:ext cx="401300" cy="923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31">
            <a:extLst>
              <a:ext uri="{FF2B5EF4-FFF2-40B4-BE49-F238E27FC236}">
                <a16:creationId xmlns:a16="http://schemas.microsoft.com/office/drawing/2014/main" id="{CDCCEEC9-828A-56A5-28DC-A71E66654D0E}"/>
              </a:ext>
            </a:extLst>
          </p:cNvPr>
          <p:cNvSpPr txBox="1"/>
          <p:nvPr/>
        </p:nvSpPr>
        <p:spPr>
          <a:xfrm>
            <a:off x="295679" y="4759320"/>
            <a:ext cx="324149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8" name="Conector recto de flecha 10">
            <a:extLst>
              <a:ext uri="{FF2B5EF4-FFF2-40B4-BE49-F238E27FC236}">
                <a16:creationId xmlns:a16="http://schemas.microsoft.com/office/drawing/2014/main" id="{597A8880-302B-0210-AEF2-8253BC3C01CA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3537170" y="3689876"/>
            <a:ext cx="2177830" cy="2308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C892C78C-C43A-C5C0-B1B2-34270CB4959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37170" y="2674165"/>
            <a:ext cx="3663730" cy="5939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31">
            <a:extLst>
              <a:ext uri="{FF2B5EF4-FFF2-40B4-BE49-F238E27FC236}">
                <a16:creationId xmlns:a16="http://schemas.microsoft.com/office/drawing/2014/main" id="{136F1294-BF8B-9A9A-3ED1-3952C4959D3B}"/>
              </a:ext>
            </a:extLst>
          </p:cNvPr>
          <p:cNvSpPr txBox="1"/>
          <p:nvPr/>
        </p:nvSpPr>
        <p:spPr>
          <a:xfrm>
            <a:off x="295679" y="2443332"/>
            <a:ext cx="324149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manual de servo </a:t>
            </a:r>
            <a:r>
              <a:rPr lang="es-MX" sz="1200" dirty="0"/>
              <a:t>F</a:t>
            </a:r>
            <a:r>
              <a:rPr lang="es-MX" sz="1200" noProof="0" dirty="0"/>
              <a:t>esto eje Z</a:t>
            </a:r>
          </a:p>
        </p:txBody>
      </p:sp>
    </p:spTree>
    <p:extLst>
      <p:ext uri="{BB962C8B-B14F-4D97-AF65-F5344CB8AC3E}">
        <p14:creationId xmlns:p14="http://schemas.microsoft.com/office/powerpoint/2010/main" val="128201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1C2F7-0FD6-330C-DB48-CC981E917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999941-F2C8-5636-171B-EE865A1D7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70"/>
          <a:stretch>
            <a:fillRect/>
          </a:stretch>
        </p:blipFill>
        <p:spPr>
          <a:xfrm>
            <a:off x="3416961" y="1383645"/>
            <a:ext cx="6072930" cy="45916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E2C3E06-B942-C0B8-6872-1829FA457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</a:t>
            </a:r>
            <a:r>
              <a:rPr lang="es-MX" dirty="0" err="1"/>
              <a:t>ts</a:t>
            </a:r>
            <a:r>
              <a:rPr lang="es-MX" dirty="0"/>
              <a:t> EPSON</a:t>
            </a:r>
            <a:endParaRPr lang="es-MX" noProof="0" dirty="0"/>
          </a:p>
        </p:txBody>
      </p: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DAEA186D-0282-42B5-8092-D9200F116ECE}"/>
              </a:ext>
            </a:extLst>
          </p:cNvPr>
          <p:cNvSpPr txBox="1"/>
          <p:nvPr/>
        </p:nvSpPr>
        <p:spPr>
          <a:xfrm>
            <a:off x="295679" y="3625252"/>
            <a:ext cx="324149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Envía a pantalla manual de Robot EPSON 2 módulo 3</a:t>
            </a:r>
          </a:p>
        </p:txBody>
      </p:sp>
      <p:cxnSp>
        <p:nvCxnSpPr>
          <p:cNvPr id="108" name="Conector recto de flecha 10">
            <a:extLst>
              <a:ext uri="{FF2B5EF4-FFF2-40B4-BE49-F238E27FC236}">
                <a16:creationId xmlns:a16="http://schemas.microsoft.com/office/drawing/2014/main" id="{C7607D05-E35E-F801-ED2D-2FB0C75B667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209800" y="4990153"/>
            <a:ext cx="126343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31">
            <a:extLst>
              <a:ext uri="{FF2B5EF4-FFF2-40B4-BE49-F238E27FC236}">
                <a16:creationId xmlns:a16="http://schemas.microsoft.com/office/drawing/2014/main" id="{75013EB8-69E8-0985-7621-48967543D514}"/>
              </a:ext>
            </a:extLst>
          </p:cNvPr>
          <p:cNvSpPr txBox="1"/>
          <p:nvPr/>
        </p:nvSpPr>
        <p:spPr>
          <a:xfrm>
            <a:off x="295679" y="4759320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8" name="Conector recto de flecha 10">
            <a:extLst>
              <a:ext uri="{FF2B5EF4-FFF2-40B4-BE49-F238E27FC236}">
                <a16:creationId xmlns:a16="http://schemas.microsoft.com/office/drawing/2014/main" id="{B82FA5AC-4E84-8368-41ED-8A6E4473C954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3537170" y="3502898"/>
            <a:ext cx="1263430" cy="4455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6D5216F2-C822-8C87-8390-C3FA03496EA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37170" y="2535617"/>
            <a:ext cx="2406430" cy="4366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31">
            <a:extLst>
              <a:ext uri="{FF2B5EF4-FFF2-40B4-BE49-F238E27FC236}">
                <a16:creationId xmlns:a16="http://schemas.microsoft.com/office/drawing/2014/main" id="{6F32CD47-1928-70E6-CB22-3DDD34045623}"/>
              </a:ext>
            </a:extLst>
          </p:cNvPr>
          <p:cNvSpPr txBox="1"/>
          <p:nvPr/>
        </p:nvSpPr>
        <p:spPr>
          <a:xfrm>
            <a:off x="295679" y="2212451"/>
            <a:ext cx="324149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manual de </a:t>
            </a:r>
            <a:r>
              <a:rPr lang="es-MX" sz="1200" dirty="0"/>
              <a:t>Robot EPSON 1 módulo 2</a:t>
            </a:r>
            <a:endParaRPr lang="es-MX" sz="1200" noProof="0" dirty="0"/>
          </a:p>
        </p:txBody>
      </p:sp>
      <p:sp>
        <p:nvSpPr>
          <p:cNvPr id="13" name="CuadroTexto 31">
            <a:extLst>
              <a:ext uri="{FF2B5EF4-FFF2-40B4-BE49-F238E27FC236}">
                <a16:creationId xmlns:a16="http://schemas.microsoft.com/office/drawing/2014/main" id="{6FFE030B-F652-7F21-B05B-615F9D6B1D99}"/>
              </a:ext>
            </a:extLst>
          </p:cNvPr>
          <p:cNvSpPr txBox="1"/>
          <p:nvPr/>
        </p:nvSpPr>
        <p:spPr>
          <a:xfrm>
            <a:off x="9732513" y="1677939"/>
            <a:ext cx="2336139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Envía a pantalla manual de Robot EPSON 3 módulo 4</a:t>
            </a:r>
          </a:p>
        </p:txBody>
      </p:sp>
      <p:cxnSp>
        <p:nvCxnSpPr>
          <p:cNvPr id="14" name="Conector recto de flecha 10">
            <a:extLst>
              <a:ext uri="{FF2B5EF4-FFF2-40B4-BE49-F238E27FC236}">
                <a16:creationId xmlns:a16="http://schemas.microsoft.com/office/drawing/2014/main" id="{ADC0960A-5C80-86C2-FF23-C0190561CBCE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439150" y="2001105"/>
            <a:ext cx="1293363" cy="100239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01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6098-4FCB-A1BD-1D1C-3FDFD88B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22443A23-A5A6-BCD1-A1FB-EE69AFAB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631" y="1759777"/>
            <a:ext cx="6106377" cy="45916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FE81D0-CCC8-EC62-012C-A7076F9AF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</a:t>
            </a:r>
            <a:r>
              <a:rPr lang="es-MX" dirty="0" err="1"/>
              <a:t>ts</a:t>
            </a:r>
            <a:r>
              <a:rPr lang="es-MX" dirty="0"/>
              <a:t> EPSON</a:t>
            </a:r>
            <a:endParaRPr lang="es-MX" noProof="0" dirty="0"/>
          </a:p>
        </p:txBody>
      </p: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E7BC0625-F673-AD66-F945-9636FB5B66E1}"/>
              </a:ext>
            </a:extLst>
          </p:cNvPr>
          <p:cNvSpPr txBox="1"/>
          <p:nvPr/>
        </p:nvSpPr>
        <p:spPr>
          <a:xfrm>
            <a:off x="467130" y="2489072"/>
            <a:ext cx="1988538" cy="249299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 de entradas:</a:t>
            </a:r>
          </a:p>
          <a:p>
            <a:endParaRPr lang="es-MX" sz="1200" dirty="0"/>
          </a:p>
          <a:p>
            <a:r>
              <a:rPr lang="es-MX" sz="1200" dirty="0"/>
              <a:t>Cambia el color de acuerdo al estado de la entrada</a:t>
            </a:r>
          </a:p>
          <a:p>
            <a:endParaRPr lang="es-MX" sz="1200" dirty="0"/>
          </a:p>
          <a:p>
            <a:r>
              <a:rPr lang="es-MX" sz="1200" i="1" dirty="0"/>
              <a:t>Ejemplo: I:2/00 </a:t>
            </a:r>
            <a:r>
              <a:rPr lang="es-MX" sz="1200" i="1" dirty="0" err="1"/>
              <a:t>Spare</a:t>
            </a:r>
            <a:endParaRPr lang="es-MX" sz="1200" i="1" dirty="0"/>
          </a:p>
          <a:p>
            <a:endParaRPr lang="es-MX" sz="1200" noProof="0" dirty="0"/>
          </a:p>
          <a:p>
            <a:r>
              <a:rPr lang="es-MX" sz="1200" noProof="0" dirty="0"/>
              <a:t>I – Input</a:t>
            </a:r>
          </a:p>
          <a:p>
            <a:r>
              <a:rPr lang="es-MX" sz="1200" dirty="0"/>
              <a:t>2 – Número de Isla</a:t>
            </a:r>
          </a:p>
          <a:p>
            <a:r>
              <a:rPr lang="es-MX" sz="1200" noProof="0" dirty="0"/>
              <a:t>00 – Número de canal</a:t>
            </a:r>
          </a:p>
          <a:p>
            <a:r>
              <a:rPr lang="es-MX" sz="1200" dirty="0" err="1"/>
              <a:t>Spare</a:t>
            </a:r>
            <a:r>
              <a:rPr lang="es-MX" sz="1200" dirty="0"/>
              <a:t> – Nombre de la entrada (</a:t>
            </a:r>
            <a:r>
              <a:rPr lang="es-MX" sz="1200" i="1" dirty="0" err="1"/>
              <a:t>Spare</a:t>
            </a:r>
            <a:r>
              <a:rPr lang="es-MX" sz="1200" dirty="0"/>
              <a:t>: sin asignar)</a:t>
            </a:r>
            <a:endParaRPr lang="es-MX" sz="1200" noProof="0" dirty="0"/>
          </a:p>
          <a:p>
            <a:endParaRPr lang="es-MX" sz="1200" noProof="0" dirty="0"/>
          </a:p>
        </p:txBody>
      </p:sp>
      <p:cxnSp>
        <p:nvCxnSpPr>
          <p:cNvPr id="8" name="Conector recto de flecha 10">
            <a:extLst>
              <a:ext uri="{FF2B5EF4-FFF2-40B4-BE49-F238E27FC236}">
                <a16:creationId xmlns:a16="http://schemas.microsoft.com/office/drawing/2014/main" id="{5A8360E9-A437-F776-C2CD-5F6832AA9C70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2455668" y="3361784"/>
            <a:ext cx="1505467" cy="3737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E5BBF856-D613-F498-5482-C44381271D43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2455668" y="1990610"/>
            <a:ext cx="695747" cy="6042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31">
            <a:extLst>
              <a:ext uri="{FF2B5EF4-FFF2-40B4-BE49-F238E27FC236}">
                <a16:creationId xmlns:a16="http://schemas.microsoft.com/office/drawing/2014/main" id="{A28C0FB7-AAA5-9B37-678B-BFA71C265F5E}"/>
              </a:ext>
            </a:extLst>
          </p:cNvPr>
          <p:cNvSpPr txBox="1"/>
          <p:nvPr/>
        </p:nvSpPr>
        <p:spPr>
          <a:xfrm>
            <a:off x="467130" y="1759777"/>
            <a:ext cx="198853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Descripción:</a:t>
            </a:r>
          </a:p>
          <a:p>
            <a:r>
              <a:rPr lang="es-MX" sz="1200" dirty="0"/>
              <a:t>Color de Estado de Entrada</a:t>
            </a:r>
            <a:endParaRPr lang="es-MX" sz="1200" noProof="0" dirty="0"/>
          </a:p>
        </p:txBody>
      </p:sp>
      <p:sp>
        <p:nvSpPr>
          <p:cNvPr id="6" name="CuadroTexto 31">
            <a:extLst>
              <a:ext uri="{FF2B5EF4-FFF2-40B4-BE49-F238E27FC236}">
                <a16:creationId xmlns:a16="http://schemas.microsoft.com/office/drawing/2014/main" id="{4DF8D5C2-2619-CBA6-1DE1-38F5D311BD59}"/>
              </a:ext>
            </a:extLst>
          </p:cNvPr>
          <p:cNvSpPr txBox="1"/>
          <p:nvPr/>
        </p:nvSpPr>
        <p:spPr>
          <a:xfrm>
            <a:off x="9734973" y="5243623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siguiente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A89FC37-EE6A-E2F1-1DFF-EC5229336016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300709" y="5474456"/>
            <a:ext cx="434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384FF63-C156-ADC4-162B-E5082A20CABC}"/>
              </a:ext>
            </a:extLst>
          </p:cNvPr>
          <p:cNvSpPr/>
          <p:nvPr/>
        </p:nvSpPr>
        <p:spPr>
          <a:xfrm>
            <a:off x="3151415" y="2286170"/>
            <a:ext cx="544285" cy="6174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F87A4F-F773-5A19-C508-1EE9A6F0FE9D}"/>
              </a:ext>
            </a:extLst>
          </p:cNvPr>
          <p:cNvSpPr/>
          <p:nvPr/>
        </p:nvSpPr>
        <p:spPr>
          <a:xfrm>
            <a:off x="4002569" y="2742999"/>
            <a:ext cx="2059937" cy="19851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94B2C8-6D0D-3F50-E058-0D01E5DF76F5}"/>
              </a:ext>
            </a:extLst>
          </p:cNvPr>
          <p:cNvSpPr/>
          <p:nvPr/>
        </p:nvSpPr>
        <p:spPr>
          <a:xfrm>
            <a:off x="6143078" y="2742998"/>
            <a:ext cx="1629322" cy="19851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45" name="Conector recto de flecha 10">
            <a:extLst>
              <a:ext uri="{FF2B5EF4-FFF2-40B4-BE49-F238E27FC236}">
                <a16:creationId xmlns:a16="http://schemas.microsoft.com/office/drawing/2014/main" id="{DB92B85A-6E33-DF55-862C-497B75A7E000}"/>
              </a:ext>
            </a:extLst>
          </p:cNvPr>
          <p:cNvCxnSpPr>
            <a:cxnSpLocks/>
            <a:stCxn id="104" idx="3"/>
            <a:endCxn id="29" idx="1"/>
          </p:cNvCxnSpPr>
          <p:nvPr/>
        </p:nvCxnSpPr>
        <p:spPr>
          <a:xfrm flipV="1">
            <a:off x="2455668" y="3735566"/>
            <a:ext cx="368741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899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6CC8-D68F-CB02-11A8-48413437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46214D-8EC8-9F07-FA7F-07A64353F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949" y="1840799"/>
            <a:ext cx="6096851" cy="454405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8257B2-9924-6D65-971C-45F252AD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</a:t>
            </a:r>
            <a:r>
              <a:rPr lang="es-MX" dirty="0" err="1"/>
              <a:t>ts</a:t>
            </a:r>
            <a:r>
              <a:rPr lang="es-MX" dirty="0"/>
              <a:t> EPSON</a:t>
            </a:r>
            <a:endParaRPr lang="es-MX" noProof="0" dirty="0"/>
          </a:p>
        </p:txBody>
      </p: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965BED38-9032-6D0E-D3FC-DEA0203C4632}"/>
              </a:ext>
            </a:extLst>
          </p:cNvPr>
          <p:cNvSpPr txBox="1"/>
          <p:nvPr/>
        </p:nvSpPr>
        <p:spPr>
          <a:xfrm>
            <a:off x="390930" y="2489072"/>
            <a:ext cx="1988538" cy="249299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 de entradas:</a:t>
            </a:r>
          </a:p>
          <a:p>
            <a:endParaRPr lang="es-MX" sz="1200" dirty="0"/>
          </a:p>
          <a:p>
            <a:r>
              <a:rPr lang="es-MX" sz="1200" dirty="0"/>
              <a:t>Cambia el color de acuerdo al estado de la entrada</a:t>
            </a:r>
          </a:p>
          <a:p>
            <a:endParaRPr lang="es-MX" sz="1200" dirty="0"/>
          </a:p>
          <a:p>
            <a:r>
              <a:rPr lang="es-MX" sz="1200" i="1" dirty="0"/>
              <a:t>Ejemplo: I:2/00 </a:t>
            </a:r>
            <a:r>
              <a:rPr lang="es-MX" sz="1200" i="1" dirty="0" err="1"/>
              <a:t>Spare</a:t>
            </a:r>
            <a:endParaRPr lang="es-MX" sz="1200" i="1" dirty="0"/>
          </a:p>
          <a:p>
            <a:endParaRPr lang="es-MX" sz="1200" noProof="0" dirty="0"/>
          </a:p>
          <a:p>
            <a:r>
              <a:rPr lang="es-MX" sz="1200" noProof="0" dirty="0"/>
              <a:t>I – Input</a:t>
            </a:r>
          </a:p>
          <a:p>
            <a:r>
              <a:rPr lang="es-MX" sz="1200" dirty="0"/>
              <a:t>2 – Número de Isla</a:t>
            </a:r>
          </a:p>
          <a:p>
            <a:r>
              <a:rPr lang="es-MX" sz="1200" noProof="0" dirty="0"/>
              <a:t>00 – Número de canal</a:t>
            </a:r>
          </a:p>
          <a:p>
            <a:r>
              <a:rPr lang="es-MX" sz="1200" dirty="0" err="1"/>
              <a:t>Spare</a:t>
            </a:r>
            <a:r>
              <a:rPr lang="es-MX" sz="1200" dirty="0"/>
              <a:t> – Nombre de la entrada (</a:t>
            </a:r>
            <a:r>
              <a:rPr lang="es-MX" sz="1200" i="1" dirty="0" err="1"/>
              <a:t>Spare</a:t>
            </a:r>
            <a:r>
              <a:rPr lang="es-MX" sz="1200" dirty="0"/>
              <a:t>: sin asignar)</a:t>
            </a:r>
            <a:endParaRPr lang="es-MX" sz="1200" noProof="0" dirty="0"/>
          </a:p>
          <a:p>
            <a:endParaRPr lang="es-MX" sz="1200" noProof="0" dirty="0"/>
          </a:p>
        </p:txBody>
      </p:sp>
      <p:cxnSp>
        <p:nvCxnSpPr>
          <p:cNvPr id="108" name="Conector recto de flecha 10">
            <a:extLst>
              <a:ext uri="{FF2B5EF4-FFF2-40B4-BE49-F238E27FC236}">
                <a16:creationId xmlns:a16="http://schemas.microsoft.com/office/drawing/2014/main" id="{7A76EDF5-C025-0354-7232-3591410F852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646167" y="5516296"/>
            <a:ext cx="46578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31">
            <a:extLst>
              <a:ext uri="{FF2B5EF4-FFF2-40B4-BE49-F238E27FC236}">
                <a16:creationId xmlns:a16="http://schemas.microsoft.com/office/drawing/2014/main" id="{050F4256-1242-9101-3A50-C1822B87A371}"/>
              </a:ext>
            </a:extLst>
          </p:cNvPr>
          <p:cNvSpPr txBox="1"/>
          <p:nvPr/>
        </p:nvSpPr>
        <p:spPr>
          <a:xfrm>
            <a:off x="732046" y="5285463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8" name="Conector recto de flecha 10">
            <a:extLst>
              <a:ext uri="{FF2B5EF4-FFF2-40B4-BE49-F238E27FC236}">
                <a16:creationId xmlns:a16="http://schemas.microsoft.com/office/drawing/2014/main" id="{A3434050-7A8B-33C4-6045-98C4E2655CE8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2379468" y="3361784"/>
            <a:ext cx="1505467" cy="3737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9E8E1CDA-676F-FE9A-7A53-F6A7CE6FBBBA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2379468" y="1990610"/>
            <a:ext cx="733847" cy="6423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31">
            <a:extLst>
              <a:ext uri="{FF2B5EF4-FFF2-40B4-BE49-F238E27FC236}">
                <a16:creationId xmlns:a16="http://schemas.microsoft.com/office/drawing/2014/main" id="{492ED58E-4A73-7211-35FA-E054B0A0BA97}"/>
              </a:ext>
            </a:extLst>
          </p:cNvPr>
          <p:cNvSpPr txBox="1"/>
          <p:nvPr/>
        </p:nvSpPr>
        <p:spPr>
          <a:xfrm>
            <a:off x="390930" y="1759777"/>
            <a:ext cx="198853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Descripción:</a:t>
            </a:r>
          </a:p>
          <a:p>
            <a:r>
              <a:rPr lang="es-MX" sz="1200" dirty="0"/>
              <a:t>Color de Estado de Entrada</a:t>
            </a:r>
            <a:endParaRPr lang="es-MX" sz="1200" noProof="0" dirty="0"/>
          </a:p>
        </p:txBody>
      </p:sp>
      <p:sp>
        <p:nvSpPr>
          <p:cNvPr id="6" name="CuadroTexto 31">
            <a:extLst>
              <a:ext uri="{FF2B5EF4-FFF2-40B4-BE49-F238E27FC236}">
                <a16:creationId xmlns:a16="http://schemas.microsoft.com/office/drawing/2014/main" id="{C331785E-429F-4A25-401C-663EEA973531}"/>
              </a:ext>
            </a:extLst>
          </p:cNvPr>
          <p:cNvSpPr txBox="1"/>
          <p:nvPr/>
        </p:nvSpPr>
        <p:spPr>
          <a:xfrm>
            <a:off x="9658773" y="5243623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siguiente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1F35CEE-3686-A33C-C75D-B7065BA9D6C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224509" y="5474456"/>
            <a:ext cx="434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B6595AE-23C7-5B11-3634-D3356CFBB2FD}"/>
              </a:ext>
            </a:extLst>
          </p:cNvPr>
          <p:cNvSpPr/>
          <p:nvPr/>
        </p:nvSpPr>
        <p:spPr>
          <a:xfrm>
            <a:off x="3113315" y="2324270"/>
            <a:ext cx="732482" cy="6174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DEC1BF-B8CD-1493-3101-953E084FECF2}"/>
              </a:ext>
            </a:extLst>
          </p:cNvPr>
          <p:cNvSpPr/>
          <p:nvPr/>
        </p:nvSpPr>
        <p:spPr>
          <a:xfrm>
            <a:off x="3900644" y="3120261"/>
            <a:ext cx="1319056" cy="19851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B1E81A-135E-D90B-9D96-1973FF81693F}"/>
              </a:ext>
            </a:extLst>
          </p:cNvPr>
          <p:cNvSpPr/>
          <p:nvPr/>
        </p:nvSpPr>
        <p:spPr>
          <a:xfrm>
            <a:off x="6396194" y="3120261"/>
            <a:ext cx="1319056" cy="19851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45" name="Conector recto de flecha 10">
            <a:extLst>
              <a:ext uri="{FF2B5EF4-FFF2-40B4-BE49-F238E27FC236}">
                <a16:creationId xmlns:a16="http://schemas.microsoft.com/office/drawing/2014/main" id="{94BA9487-EC59-E1AA-BB28-1D350AEAA3E8}"/>
              </a:ext>
            </a:extLst>
          </p:cNvPr>
          <p:cNvCxnSpPr>
            <a:cxnSpLocks/>
            <a:stCxn id="104" idx="3"/>
            <a:endCxn id="29" idx="1"/>
          </p:cNvCxnSpPr>
          <p:nvPr/>
        </p:nvCxnSpPr>
        <p:spPr>
          <a:xfrm>
            <a:off x="2379468" y="3735567"/>
            <a:ext cx="4016726" cy="3772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566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8F8CB-7F04-7FBA-3FDF-31E88618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501D44-BEA7-C27A-D5EE-69F30B520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146" y="1690688"/>
            <a:ext cx="6096851" cy="4563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C1C084-902E-FB47-FB86-1E900042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</a:t>
            </a:r>
            <a:r>
              <a:rPr lang="es-MX" dirty="0" err="1"/>
              <a:t>ts</a:t>
            </a:r>
            <a:r>
              <a:rPr lang="es-MX" dirty="0"/>
              <a:t> EPSON</a:t>
            </a:r>
            <a:endParaRPr lang="es-MX" noProof="0" dirty="0"/>
          </a:p>
        </p:txBody>
      </p: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D29B6D66-84E8-D3CB-2854-BEAD00D0499A}"/>
              </a:ext>
            </a:extLst>
          </p:cNvPr>
          <p:cNvSpPr txBox="1"/>
          <p:nvPr/>
        </p:nvSpPr>
        <p:spPr>
          <a:xfrm>
            <a:off x="390930" y="2489072"/>
            <a:ext cx="1988538" cy="249299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 de entradas:</a:t>
            </a:r>
          </a:p>
          <a:p>
            <a:endParaRPr lang="es-MX" sz="1200" dirty="0"/>
          </a:p>
          <a:p>
            <a:r>
              <a:rPr lang="es-MX" sz="1200" dirty="0"/>
              <a:t>Cambia el color de acuerdo al estado de la entrada</a:t>
            </a:r>
          </a:p>
          <a:p>
            <a:endParaRPr lang="es-MX" sz="1200" dirty="0"/>
          </a:p>
          <a:p>
            <a:r>
              <a:rPr lang="es-MX" sz="1200" i="1" dirty="0"/>
              <a:t>Ejemplo: I:2/00 </a:t>
            </a:r>
            <a:r>
              <a:rPr lang="es-MX" sz="1200" i="1" dirty="0" err="1"/>
              <a:t>Spare</a:t>
            </a:r>
            <a:endParaRPr lang="es-MX" sz="1200" i="1" dirty="0"/>
          </a:p>
          <a:p>
            <a:endParaRPr lang="es-MX" sz="1200" noProof="0" dirty="0"/>
          </a:p>
          <a:p>
            <a:r>
              <a:rPr lang="es-MX" sz="1200" noProof="0" dirty="0"/>
              <a:t>I – Input</a:t>
            </a:r>
          </a:p>
          <a:p>
            <a:r>
              <a:rPr lang="es-MX" sz="1200" dirty="0"/>
              <a:t>2 – Número de Isla</a:t>
            </a:r>
          </a:p>
          <a:p>
            <a:r>
              <a:rPr lang="es-MX" sz="1200" noProof="0" dirty="0"/>
              <a:t>00 – Número de canal</a:t>
            </a:r>
          </a:p>
          <a:p>
            <a:r>
              <a:rPr lang="es-MX" sz="1200" dirty="0" err="1"/>
              <a:t>Spare</a:t>
            </a:r>
            <a:r>
              <a:rPr lang="es-MX" sz="1200" dirty="0"/>
              <a:t> – Nombre de la entrada (</a:t>
            </a:r>
            <a:r>
              <a:rPr lang="es-MX" sz="1200" i="1" dirty="0" err="1"/>
              <a:t>Spare</a:t>
            </a:r>
            <a:r>
              <a:rPr lang="es-MX" sz="1200" dirty="0"/>
              <a:t>: sin asignar)</a:t>
            </a:r>
            <a:endParaRPr lang="es-MX" sz="1200" noProof="0" dirty="0"/>
          </a:p>
          <a:p>
            <a:endParaRPr lang="es-MX" sz="1200" noProof="0" dirty="0"/>
          </a:p>
        </p:txBody>
      </p:sp>
      <p:cxnSp>
        <p:nvCxnSpPr>
          <p:cNvPr id="108" name="Conector recto de flecha 10">
            <a:extLst>
              <a:ext uri="{FF2B5EF4-FFF2-40B4-BE49-F238E27FC236}">
                <a16:creationId xmlns:a16="http://schemas.microsoft.com/office/drawing/2014/main" id="{78A9C18C-7650-0DFD-857A-DF230F87E3F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183997" y="4746782"/>
            <a:ext cx="4747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31">
            <a:extLst>
              <a:ext uri="{FF2B5EF4-FFF2-40B4-BE49-F238E27FC236}">
                <a16:creationId xmlns:a16="http://schemas.microsoft.com/office/drawing/2014/main" id="{5CA0163B-2202-07B6-775B-54A4301DF81C}"/>
              </a:ext>
            </a:extLst>
          </p:cNvPr>
          <p:cNvSpPr txBox="1"/>
          <p:nvPr/>
        </p:nvSpPr>
        <p:spPr>
          <a:xfrm>
            <a:off x="9658773" y="4515949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8" name="Conector recto de flecha 10">
            <a:extLst>
              <a:ext uri="{FF2B5EF4-FFF2-40B4-BE49-F238E27FC236}">
                <a16:creationId xmlns:a16="http://schemas.microsoft.com/office/drawing/2014/main" id="{6C26263C-601D-0FCF-90DE-975AD1F69FE5}"/>
              </a:ext>
            </a:extLst>
          </p:cNvPr>
          <p:cNvCxnSpPr>
            <a:cxnSpLocks/>
            <a:stCxn id="104" idx="3"/>
            <a:endCxn id="28" idx="1"/>
          </p:cNvCxnSpPr>
          <p:nvPr/>
        </p:nvCxnSpPr>
        <p:spPr>
          <a:xfrm flipV="1">
            <a:off x="2379468" y="3198707"/>
            <a:ext cx="707678" cy="5368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416DF509-9B4A-4EF1-1181-DFD2B827B43E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2379468" y="1990610"/>
            <a:ext cx="714477" cy="1993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31">
            <a:extLst>
              <a:ext uri="{FF2B5EF4-FFF2-40B4-BE49-F238E27FC236}">
                <a16:creationId xmlns:a16="http://schemas.microsoft.com/office/drawing/2014/main" id="{3EC950A8-7C5E-9048-76FD-41C211758BB2}"/>
              </a:ext>
            </a:extLst>
          </p:cNvPr>
          <p:cNvSpPr txBox="1"/>
          <p:nvPr/>
        </p:nvSpPr>
        <p:spPr>
          <a:xfrm>
            <a:off x="390930" y="1759777"/>
            <a:ext cx="198853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Descripción:</a:t>
            </a:r>
          </a:p>
          <a:p>
            <a:r>
              <a:rPr lang="es-MX" sz="1200" dirty="0"/>
              <a:t>Color de Estado de Entrada</a:t>
            </a:r>
            <a:endParaRPr lang="es-MX" sz="1200" noProof="0" dirty="0"/>
          </a:p>
        </p:txBody>
      </p:sp>
      <p:sp>
        <p:nvSpPr>
          <p:cNvPr id="6" name="CuadroTexto 31">
            <a:extLst>
              <a:ext uri="{FF2B5EF4-FFF2-40B4-BE49-F238E27FC236}">
                <a16:creationId xmlns:a16="http://schemas.microsoft.com/office/drawing/2014/main" id="{8A0DBA0A-5061-96D7-CEC1-F64EB80040D3}"/>
              </a:ext>
            </a:extLst>
          </p:cNvPr>
          <p:cNvSpPr txBox="1"/>
          <p:nvPr/>
        </p:nvSpPr>
        <p:spPr>
          <a:xfrm>
            <a:off x="9658773" y="5148373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siguiente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25D147D-9D1C-BCD4-F90D-BE16E2C4C55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183997" y="5379206"/>
            <a:ext cx="4747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292D046-B760-2BD4-4591-9C042618F2ED}"/>
              </a:ext>
            </a:extLst>
          </p:cNvPr>
          <p:cNvSpPr/>
          <p:nvPr/>
        </p:nvSpPr>
        <p:spPr>
          <a:xfrm>
            <a:off x="3093945" y="1997254"/>
            <a:ext cx="1097056" cy="3855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8EEFF0-CAD5-81BA-E708-90EC30EBC4A1}"/>
              </a:ext>
            </a:extLst>
          </p:cNvPr>
          <p:cNvSpPr/>
          <p:nvPr/>
        </p:nvSpPr>
        <p:spPr>
          <a:xfrm>
            <a:off x="3087146" y="2436433"/>
            <a:ext cx="1988538" cy="15245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A35A2B-37D4-A769-0A32-88C65A94B7FC}"/>
              </a:ext>
            </a:extLst>
          </p:cNvPr>
          <p:cNvSpPr/>
          <p:nvPr/>
        </p:nvSpPr>
        <p:spPr>
          <a:xfrm>
            <a:off x="5436472" y="2419349"/>
            <a:ext cx="2431178" cy="10096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45" name="Conector recto de flecha 10">
            <a:extLst>
              <a:ext uri="{FF2B5EF4-FFF2-40B4-BE49-F238E27FC236}">
                <a16:creationId xmlns:a16="http://schemas.microsoft.com/office/drawing/2014/main" id="{9CA11209-F508-1EB3-8061-689BB25BE332}"/>
              </a:ext>
            </a:extLst>
          </p:cNvPr>
          <p:cNvCxnSpPr>
            <a:cxnSpLocks/>
            <a:stCxn id="104" idx="3"/>
            <a:endCxn id="29" idx="1"/>
          </p:cNvCxnSpPr>
          <p:nvPr/>
        </p:nvCxnSpPr>
        <p:spPr>
          <a:xfrm flipV="1">
            <a:off x="2379468" y="2924175"/>
            <a:ext cx="3057004" cy="811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0EA7E8A-683D-7E0B-F282-068D83F988B7}"/>
              </a:ext>
            </a:extLst>
          </p:cNvPr>
          <p:cNvSpPr/>
          <p:nvPr/>
        </p:nvSpPr>
        <p:spPr>
          <a:xfrm>
            <a:off x="3074740" y="4235513"/>
            <a:ext cx="2361731" cy="12807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E5ECDA-60C8-BEF1-5830-BFB844E59802}"/>
              </a:ext>
            </a:extLst>
          </p:cNvPr>
          <p:cNvSpPr/>
          <p:nvPr/>
        </p:nvSpPr>
        <p:spPr>
          <a:xfrm>
            <a:off x="5494090" y="4235513"/>
            <a:ext cx="2361731" cy="14331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33" name="Conector recto de flecha 10">
            <a:extLst>
              <a:ext uri="{FF2B5EF4-FFF2-40B4-BE49-F238E27FC236}">
                <a16:creationId xmlns:a16="http://schemas.microsoft.com/office/drawing/2014/main" id="{417451FB-F8D9-E628-2CF5-F1AC9BBA39D6}"/>
              </a:ext>
            </a:extLst>
          </p:cNvPr>
          <p:cNvCxnSpPr>
            <a:cxnSpLocks/>
            <a:stCxn id="104" idx="3"/>
            <a:endCxn id="24" idx="1"/>
          </p:cNvCxnSpPr>
          <p:nvPr/>
        </p:nvCxnSpPr>
        <p:spPr>
          <a:xfrm>
            <a:off x="2379468" y="3735567"/>
            <a:ext cx="695272" cy="11403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10">
            <a:extLst>
              <a:ext uri="{FF2B5EF4-FFF2-40B4-BE49-F238E27FC236}">
                <a16:creationId xmlns:a16="http://schemas.microsoft.com/office/drawing/2014/main" id="{F8A5B36B-EFAC-0D01-F662-48862BA05F07}"/>
              </a:ext>
            </a:extLst>
          </p:cNvPr>
          <p:cNvCxnSpPr>
            <a:cxnSpLocks/>
            <a:stCxn id="104" idx="3"/>
          </p:cNvCxnSpPr>
          <p:nvPr/>
        </p:nvCxnSpPr>
        <p:spPr>
          <a:xfrm>
            <a:off x="2379468" y="3735567"/>
            <a:ext cx="3057003" cy="10319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953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816AE-CAAF-201B-CE48-18DDCE4A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E78145-DD8D-A0DC-A043-30D17B932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185" y="1711505"/>
            <a:ext cx="6106377" cy="45726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D53229A-CE16-C493-6E6B-709A78FC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</a:t>
            </a:r>
            <a:r>
              <a:rPr lang="es-MX" dirty="0" err="1"/>
              <a:t>ts</a:t>
            </a:r>
            <a:r>
              <a:rPr lang="es-MX" dirty="0"/>
              <a:t> EPSON</a:t>
            </a:r>
            <a:endParaRPr lang="es-MX" noProof="0" dirty="0"/>
          </a:p>
        </p:txBody>
      </p: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EC349797-BE38-328B-6898-A065F4C77E0A}"/>
              </a:ext>
            </a:extLst>
          </p:cNvPr>
          <p:cNvSpPr txBox="1"/>
          <p:nvPr/>
        </p:nvSpPr>
        <p:spPr>
          <a:xfrm>
            <a:off x="390930" y="2489072"/>
            <a:ext cx="1988538" cy="249299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 de entradas:</a:t>
            </a:r>
          </a:p>
          <a:p>
            <a:endParaRPr lang="es-MX" sz="1200" dirty="0"/>
          </a:p>
          <a:p>
            <a:r>
              <a:rPr lang="es-MX" sz="1200" dirty="0"/>
              <a:t>Cambia el color de acuerdo al estado de la entrada</a:t>
            </a:r>
          </a:p>
          <a:p>
            <a:endParaRPr lang="es-MX" sz="1200" dirty="0"/>
          </a:p>
          <a:p>
            <a:r>
              <a:rPr lang="es-MX" sz="1200" i="1" dirty="0"/>
              <a:t>Ejemplo: I:2/00 </a:t>
            </a:r>
            <a:r>
              <a:rPr lang="es-MX" sz="1200" i="1" dirty="0" err="1"/>
              <a:t>Spare</a:t>
            </a:r>
            <a:endParaRPr lang="es-MX" sz="1200" i="1" dirty="0"/>
          </a:p>
          <a:p>
            <a:endParaRPr lang="es-MX" sz="1200" noProof="0" dirty="0"/>
          </a:p>
          <a:p>
            <a:r>
              <a:rPr lang="es-MX" sz="1200" noProof="0" dirty="0"/>
              <a:t>I – Input</a:t>
            </a:r>
          </a:p>
          <a:p>
            <a:r>
              <a:rPr lang="es-MX" sz="1200" dirty="0"/>
              <a:t>2 – Número de Isla</a:t>
            </a:r>
          </a:p>
          <a:p>
            <a:r>
              <a:rPr lang="es-MX" sz="1200" noProof="0" dirty="0"/>
              <a:t>00 – Número de canal</a:t>
            </a:r>
          </a:p>
          <a:p>
            <a:r>
              <a:rPr lang="es-MX" sz="1200" dirty="0" err="1"/>
              <a:t>Spare</a:t>
            </a:r>
            <a:r>
              <a:rPr lang="es-MX" sz="1200" dirty="0"/>
              <a:t> – Nombre de la entrada (</a:t>
            </a:r>
            <a:r>
              <a:rPr lang="es-MX" sz="1200" i="1" dirty="0" err="1"/>
              <a:t>Spare</a:t>
            </a:r>
            <a:r>
              <a:rPr lang="es-MX" sz="1200" dirty="0"/>
              <a:t>: sin asignar)</a:t>
            </a:r>
            <a:endParaRPr lang="es-MX" sz="1200" noProof="0" dirty="0"/>
          </a:p>
          <a:p>
            <a:endParaRPr lang="es-MX" sz="1200" noProof="0" dirty="0"/>
          </a:p>
        </p:txBody>
      </p:sp>
      <p:cxnSp>
        <p:nvCxnSpPr>
          <p:cNvPr id="108" name="Conector recto de flecha 10">
            <a:extLst>
              <a:ext uri="{FF2B5EF4-FFF2-40B4-BE49-F238E27FC236}">
                <a16:creationId xmlns:a16="http://schemas.microsoft.com/office/drawing/2014/main" id="{873CF1CF-4898-D352-FB0E-86346BC02D5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183997" y="4746782"/>
            <a:ext cx="4747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31">
            <a:extLst>
              <a:ext uri="{FF2B5EF4-FFF2-40B4-BE49-F238E27FC236}">
                <a16:creationId xmlns:a16="http://schemas.microsoft.com/office/drawing/2014/main" id="{BFAF33CA-2719-C16F-5529-624C9374C620}"/>
              </a:ext>
            </a:extLst>
          </p:cNvPr>
          <p:cNvSpPr txBox="1"/>
          <p:nvPr/>
        </p:nvSpPr>
        <p:spPr>
          <a:xfrm>
            <a:off x="9658773" y="4515949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8" name="Conector recto de flecha 10">
            <a:extLst>
              <a:ext uri="{FF2B5EF4-FFF2-40B4-BE49-F238E27FC236}">
                <a16:creationId xmlns:a16="http://schemas.microsoft.com/office/drawing/2014/main" id="{BFC94383-D030-B222-4AFC-E40908226364}"/>
              </a:ext>
            </a:extLst>
          </p:cNvPr>
          <p:cNvCxnSpPr>
            <a:cxnSpLocks/>
            <a:stCxn id="104" idx="3"/>
            <a:endCxn id="28" idx="1"/>
          </p:cNvCxnSpPr>
          <p:nvPr/>
        </p:nvCxnSpPr>
        <p:spPr>
          <a:xfrm flipV="1">
            <a:off x="2379468" y="3198707"/>
            <a:ext cx="707678" cy="5368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54153532-8248-9BE0-F3BA-139003E12209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2379468" y="1990610"/>
            <a:ext cx="714477" cy="2636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31">
            <a:extLst>
              <a:ext uri="{FF2B5EF4-FFF2-40B4-BE49-F238E27FC236}">
                <a16:creationId xmlns:a16="http://schemas.microsoft.com/office/drawing/2014/main" id="{810FAD2E-F900-C2F1-CE8C-473E09E4B6D4}"/>
              </a:ext>
            </a:extLst>
          </p:cNvPr>
          <p:cNvSpPr txBox="1"/>
          <p:nvPr/>
        </p:nvSpPr>
        <p:spPr>
          <a:xfrm>
            <a:off x="390930" y="1759777"/>
            <a:ext cx="198853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Descripción:</a:t>
            </a:r>
          </a:p>
          <a:p>
            <a:r>
              <a:rPr lang="es-MX" sz="1200" dirty="0"/>
              <a:t>Color de Estado de Entrada</a:t>
            </a:r>
            <a:endParaRPr lang="es-MX" sz="1200" noProof="0" dirty="0"/>
          </a:p>
        </p:txBody>
      </p:sp>
      <p:sp>
        <p:nvSpPr>
          <p:cNvPr id="6" name="CuadroTexto 31">
            <a:extLst>
              <a:ext uri="{FF2B5EF4-FFF2-40B4-BE49-F238E27FC236}">
                <a16:creationId xmlns:a16="http://schemas.microsoft.com/office/drawing/2014/main" id="{78A32D34-7FB4-3427-20AC-CC960B9A78DE}"/>
              </a:ext>
            </a:extLst>
          </p:cNvPr>
          <p:cNvSpPr txBox="1"/>
          <p:nvPr/>
        </p:nvSpPr>
        <p:spPr>
          <a:xfrm>
            <a:off x="9658773" y="5148373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siguiente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B9B07EB-02CE-B3D2-8B5A-A6527C95A2F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183997" y="5379206"/>
            <a:ext cx="4747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1A185D2-B077-9CD2-C587-3E874AC24CA5}"/>
              </a:ext>
            </a:extLst>
          </p:cNvPr>
          <p:cNvSpPr/>
          <p:nvPr/>
        </p:nvSpPr>
        <p:spPr>
          <a:xfrm>
            <a:off x="3093945" y="2125790"/>
            <a:ext cx="1097056" cy="2569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40586F-8BCE-8D1D-FB44-F1980A84B5D8}"/>
              </a:ext>
            </a:extLst>
          </p:cNvPr>
          <p:cNvSpPr/>
          <p:nvPr/>
        </p:nvSpPr>
        <p:spPr>
          <a:xfrm>
            <a:off x="3087146" y="2436433"/>
            <a:ext cx="1988538" cy="15245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246ECC-30CD-1159-E9C3-B01AC7819359}"/>
              </a:ext>
            </a:extLst>
          </p:cNvPr>
          <p:cNvSpPr/>
          <p:nvPr/>
        </p:nvSpPr>
        <p:spPr>
          <a:xfrm>
            <a:off x="5436472" y="2419349"/>
            <a:ext cx="2431178" cy="10096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45" name="Conector recto de flecha 10">
            <a:extLst>
              <a:ext uri="{FF2B5EF4-FFF2-40B4-BE49-F238E27FC236}">
                <a16:creationId xmlns:a16="http://schemas.microsoft.com/office/drawing/2014/main" id="{AF5EB0B3-5AFB-BF2B-33C5-644011569B67}"/>
              </a:ext>
            </a:extLst>
          </p:cNvPr>
          <p:cNvCxnSpPr>
            <a:cxnSpLocks/>
            <a:stCxn id="104" idx="3"/>
            <a:endCxn id="29" idx="1"/>
          </p:cNvCxnSpPr>
          <p:nvPr/>
        </p:nvCxnSpPr>
        <p:spPr>
          <a:xfrm flipV="1">
            <a:off x="2379468" y="2924175"/>
            <a:ext cx="3057004" cy="811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46FE172-740C-EE30-0C2C-118D9DAB48CA}"/>
              </a:ext>
            </a:extLst>
          </p:cNvPr>
          <p:cNvSpPr/>
          <p:nvPr/>
        </p:nvSpPr>
        <p:spPr>
          <a:xfrm>
            <a:off x="3074740" y="4235513"/>
            <a:ext cx="2361731" cy="12807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4BC27D-2C77-BA53-A7C8-8250BA56967A}"/>
              </a:ext>
            </a:extLst>
          </p:cNvPr>
          <p:cNvSpPr/>
          <p:nvPr/>
        </p:nvSpPr>
        <p:spPr>
          <a:xfrm>
            <a:off x="5494090" y="4235513"/>
            <a:ext cx="2361731" cy="14331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33" name="Conector recto de flecha 10">
            <a:extLst>
              <a:ext uri="{FF2B5EF4-FFF2-40B4-BE49-F238E27FC236}">
                <a16:creationId xmlns:a16="http://schemas.microsoft.com/office/drawing/2014/main" id="{B22731C1-94DD-E36A-ECED-F93DF0E2A3E9}"/>
              </a:ext>
            </a:extLst>
          </p:cNvPr>
          <p:cNvCxnSpPr>
            <a:cxnSpLocks/>
            <a:stCxn id="104" idx="3"/>
            <a:endCxn id="24" idx="1"/>
          </p:cNvCxnSpPr>
          <p:nvPr/>
        </p:nvCxnSpPr>
        <p:spPr>
          <a:xfrm>
            <a:off x="2379468" y="3735567"/>
            <a:ext cx="695272" cy="11403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10">
            <a:extLst>
              <a:ext uri="{FF2B5EF4-FFF2-40B4-BE49-F238E27FC236}">
                <a16:creationId xmlns:a16="http://schemas.microsoft.com/office/drawing/2014/main" id="{E69C18A3-A6A6-4A42-6F43-59EBB4C06D10}"/>
              </a:ext>
            </a:extLst>
          </p:cNvPr>
          <p:cNvCxnSpPr>
            <a:cxnSpLocks/>
            <a:stCxn id="104" idx="3"/>
          </p:cNvCxnSpPr>
          <p:nvPr/>
        </p:nvCxnSpPr>
        <p:spPr>
          <a:xfrm>
            <a:off x="2379468" y="3735567"/>
            <a:ext cx="3057003" cy="10319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451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66A4-12CB-A16E-BA1B-68CD47F5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8D809-A353-D5A8-C7A6-20281D4F6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351" y="1690754"/>
            <a:ext cx="6106377" cy="45821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BB8742-8F16-8EED-3C7C-1A491417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</a:t>
            </a:r>
            <a:r>
              <a:rPr lang="es-MX" dirty="0" err="1"/>
              <a:t>ts</a:t>
            </a:r>
            <a:r>
              <a:rPr lang="es-MX" dirty="0"/>
              <a:t> EPSON</a:t>
            </a:r>
            <a:endParaRPr lang="es-MX" noProof="0" dirty="0"/>
          </a:p>
        </p:txBody>
      </p:sp>
      <p:sp>
        <p:nvSpPr>
          <p:cNvPr id="104" name="CuadroTexto 31">
            <a:extLst>
              <a:ext uri="{FF2B5EF4-FFF2-40B4-BE49-F238E27FC236}">
                <a16:creationId xmlns:a16="http://schemas.microsoft.com/office/drawing/2014/main" id="{EB6FC476-F2A2-5708-94D7-420AC1B8E3A5}"/>
              </a:ext>
            </a:extLst>
          </p:cNvPr>
          <p:cNvSpPr txBox="1"/>
          <p:nvPr/>
        </p:nvSpPr>
        <p:spPr>
          <a:xfrm>
            <a:off x="390930" y="2489072"/>
            <a:ext cx="1988538" cy="249299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 de entradas:</a:t>
            </a:r>
          </a:p>
          <a:p>
            <a:endParaRPr lang="es-MX" sz="1200" dirty="0"/>
          </a:p>
          <a:p>
            <a:r>
              <a:rPr lang="es-MX" sz="1200" dirty="0"/>
              <a:t>Cambia el color de acuerdo al estado de la entrada</a:t>
            </a:r>
          </a:p>
          <a:p>
            <a:endParaRPr lang="es-MX" sz="1200" dirty="0"/>
          </a:p>
          <a:p>
            <a:r>
              <a:rPr lang="es-MX" sz="1200" i="1" dirty="0"/>
              <a:t>Ejemplo: I:2/00 </a:t>
            </a:r>
            <a:r>
              <a:rPr lang="es-MX" sz="1200" i="1" dirty="0" err="1"/>
              <a:t>Spare</a:t>
            </a:r>
            <a:endParaRPr lang="es-MX" sz="1200" i="1" dirty="0"/>
          </a:p>
          <a:p>
            <a:endParaRPr lang="es-MX" sz="1200" noProof="0" dirty="0"/>
          </a:p>
          <a:p>
            <a:r>
              <a:rPr lang="es-MX" sz="1200" noProof="0" dirty="0"/>
              <a:t>I – Input</a:t>
            </a:r>
          </a:p>
          <a:p>
            <a:r>
              <a:rPr lang="es-MX" sz="1200" dirty="0"/>
              <a:t>2 – Número de Isla</a:t>
            </a:r>
          </a:p>
          <a:p>
            <a:r>
              <a:rPr lang="es-MX" sz="1200" noProof="0" dirty="0"/>
              <a:t>00 – Número de canal</a:t>
            </a:r>
          </a:p>
          <a:p>
            <a:r>
              <a:rPr lang="es-MX" sz="1200" dirty="0" err="1"/>
              <a:t>Spare</a:t>
            </a:r>
            <a:r>
              <a:rPr lang="es-MX" sz="1200" dirty="0"/>
              <a:t> – Nombre de la entrada (</a:t>
            </a:r>
            <a:r>
              <a:rPr lang="es-MX" sz="1200" i="1" dirty="0" err="1"/>
              <a:t>Spare</a:t>
            </a:r>
            <a:r>
              <a:rPr lang="es-MX" sz="1200" dirty="0"/>
              <a:t>: sin asignar)</a:t>
            </a:r>
            <a:endParaRPr lang="es-MX" sz="1200" noProof="0" dirty="0"/>
          </a:p>
          <a:p>
            <a:endParaRPr lang="es-MX" sz="1200" noProof="0" dirty="0"/>
          </a:p>
        </p:txBody>
      </p:sp>
      <p:cxnSp>
        <p:nvCxnSpPr>
          <p:cNvPr id="8" name="Conector recto de flecha 10">
            <a:extLst>
              <a:ext uri="{FF2B5EF4-FFF2-40B4-BE49-F238E27FC236}">
                <a16:creationId xmlns:a16="http://schemas.microsoft.com/office/drawing/2014/main" id="{9A9D1FAC-BD38-4E25-655A-045A5E8D18EB}"/>
              </a:ext>
            </a:extLst>
          </p:cNvPr>
          <p:cNvCxnSpPr>
            <a:cxnSpLocks/>
            <a:stCxn id="104" idx="3"/>
            <a:endCxn id="28" idx="1"/>
          </p:cNvCxnSpPr>
          <p:nvPr/>
        </p:nvCxnSpPr>
        <p:spPr>
          <a:xfrm flipV="1">
            <a:off x="2379468" y="3198707"/>
            <a:ext cx="707678" cy="5368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10">
            <a:extLst>
              <a:ext uri="{FF2B5EF4-FFF2-40B4-BE49-F238E27FC236}">
                <a16:creationId xmlns:a16="http://schemas.microsoft.com/office/drawing/2014/main" id="{C92FC281-D57A-5265-062E-6C0C6EF68F3A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2379468" y="1990610"/>
            <a:ext cx="714477" cy="2636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31">
            <a:extLst>
              <a:ext uri="{FF2B5EF4-FFF2-40B4-BE49-F238E27FC236}">
                <a16:creationId xmlns:a16="http://schemas.microsoft.com/office/drawing/2014/main" id="{F90F7C3E-E2D4-F877-B992-71D0DE3DFB89}"/>
              </a:ext>
            </a:extLst>
          </p:cNvPr>
          <p:cNvSpPr txBox="1"/>
          <p:nvPr/>
        </p:nvSpPr>
        <p:spPr>
          <a:xfrm>
            <a:off x="390930" y="1759777"/>
            <a:ext cx="198853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Descripción:</a:t>
            </a:r>
          </a:p>
          <a:p>
            <a:r>
              <a:rPr lang="es-MX" sz="1200" dirty="0"/>
              <a:t>Color de Estado de Entrada</a:t>
            </a:r>
            <a:endParaRPr lang="es-MX" sz="1200" noProof="0" dirty="0"/>
          </a:p>
        </p:txBody>
      </p:sp>
      <p:sp>
        <p:nvSpPr>
          <p:cNvPr id="6" name="CuadroTexto 31">
            <a:extLst>
              <a:ext uri="{FF2B5EF4-FFF2-40B4-BE49-F238E27FC236}">
                <a16:creationId xmlns:a16="http://schemas.microsoft.com/office/drawing/2014/main" id="{64618BFF-DA90-BE83-34C3-44D255D035CE}"/>
              </a:ext>
            </a:extLst>
          </p:cNvPr>
          <p:cNvSpPr txBox="1"/>
          <p:nvPr/>
        </p:nvSpPr>
        <p:spPr>
          <a:xfrm>
            <a:off x="9658773" y="5148373"/>
            <a:ext cx="191412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0D6F0E7-1B8D-04C1-AA4D-E9A6DF32D0C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183997" y="5379206"/>
            <a:ext cx="4747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D235718-BCFB-B5BC-44EF-FF2DB4467392}"/>
              </a:ext>
            </a:extLst>
          </p:cNvPr>
          <p:cNvSpPr/>
          <p:nvPr/>
        </p:nvSpPr>
        <p:spPr>
          <a:xfrm>
            <a:off x="3093945" y="2125790"/>
            <a:ext cx="1097056" cy="2569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71ACFE-358C-C3CB-2C66-65E37A847BD0}"/>
              </a:ext>
            </a:extLst>
          </p:cNvPr>
          <p:cNvSpPr/>
          <p:nvPr/>
        </p:nvSpPr>
        <p:spPr>
          <a:xfrm>
            <a:off x="3087146" y="2436433"/>
            <a:ext cx="2723104" cy="15245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584D8F-CB8D-D7A0-9F9E-584F8976E319}"/>
              </a:ext>
            </a:extLst>
          </p:cNvPr>
          <p:cNvSpPr/>
          <p:nvPr/>
        </p:nvSpPr>
        <p:spPr>
          <a:xfrm>
            <a:off x="3074740" y="4143140"/>
            <a:ext cx="2735510" cy="16169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33" name="Conector recto de flecha 10">
            <a:extLst>
              <a:ext uri="{FF2B5EF4-FFF2-40B4-BE49-F238E27FC236}">
                <a16:creationId xmlns:a16="http://schemas.microsoft.com/office/drawing/2014/main" id="{C741B267-B24C-52B0-2BF7-6F1E0C4CBDA8}"/>
              </a:ext>
            </a:extLst>
          </p:cNvPr>
          <p:cNvCxnSpPr>
            <a:cxnSpLocks/>
            <a:stCxn id="104" idx="3"/>
            <a:endCxn id="24" idx="1"/>
          </p:cNvCxnSpPr>
          <p:nvPr/>
        </p:nvCxnSpPr>
        <p:spPr>
          <a:xfrm>
            <a:off x="2379468" y="3735567"/>
            <a:ext cx="695272" cy="12160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046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4309-71CF-F5F5-BF4D-9F5D022D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67B46E-772B-AA81-23CE-5C2384271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980" y="1751537"/>
            <a:ext cx="6115904" cy="45631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0CAFDE-8CFC-7D1F-398B-66C31CE1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Manual Festo Eje Y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D976CF-A522-1839-F158-4223AA7D4521}"/>
              </a:ext>
            </a:extLst>
          </p:cNvPr>
          <p:cNvSpPr txBox="1"/>
          <p:nvPr/>
        </p:nvSpPr>
        <p:spPr>
          <a:xfrm>
            <a:off x="278070" y="2366054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Visualizador:</a:t>
            </a:r>
          </a:p>
          <a:p>
            <a:r>
              <a:rPr lang="es-MX" sz="1200" dirty="0"/>
              <a:t>Velocidad actual del motor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92CCD72-8914-A9DE-2A74-C34E1145B01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819413" y="2596887"/>
            <a:ext cx="1873085" cy="320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9">
            <a:extLst>
              <a:ext uri="{FF2B5EF4-FFF2-40B4-BE49-F238E27FC236}">
                <a16:creationId xmlns:a16="http://schemas.microsoft.com/office/drawing/2014/main" id="{A45572D1-F628-3514-492E-243F866B8686}"/>
              </a:ext>
            </a:extLst>
          </p:cNvPr>
          <p:cNvSpPr txBox="1"/>
          <p:nvPr/>
        </p:nvSpPr>
        <p:spPr>
          <a:xfrm>
            <a:off x="271604" y="3576924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noProof="0" dirty="0"/>
              <a:t>Selector de posición</a:t>
            </a:r>
          </a:p>
        </p:txBody>
      </p:sp>
      <p:cxnSp>
        <p:nvCxnSpPr>
          <p:cNvPr id="13" name="Conector recto de flecha 10">
            <a:extLst>
              <a:ext uri="{FF2B5EF4-FFF2-40B4-BE49-F238E27FC236}">
                <a16:creationId xmlns:a16="http://schemas.microsoft.com/office/drawing/2014/main" id="{38077654-371B-7496-83A9-C3B7CAA76631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812947" y="3654869"/>
            <a:ext cx="429865" cy="1528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0">
            <a:extLst>
              <a:ext uri="{FF2B5EF4-FFF2-40B4-BE49-F238E27FC236}">
                <a16:creationId xmlns:a16="http://schemas.microsoft.com/office/drawing/2014/main" id="{DE796FA4-A0FE-DB7E-25FC-721B35390AE9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2812947" y="1659331"/>
            <a:ext cx="429865" cy="7683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9">
            <a:extLst>
              <a:ext uri="{FF2B5EF4-FFF2-40B4-BE49-F238E27FC236}">
                <a16:creationId xmlns:a16="http://schemas.microsoft.com/office/drawing/2014/main" id="{566C9357-6FAA-246E-A8D6-B524E7235930}"/>
              </a:ext>
            </a:extLst>
          </p:cNvPr>
          <p:cNvSpPr txBox="1"/>
          <p:nvPr/>
        </p:nvSpPr>
        <p:spPr>
          <a:xfrm>
            <a:off x="9636297" y="828207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Mueve el eje a posición de home</a:t>
            </a:r>
          </a:p>
        </p:txBody>
      </p:sp>
      <p:cxnSp>
        <p:nvCxnSpPr>
          <p:cNvPr id="24" name="Conector recto de flecha 10">
            <a:extLst>
              <a:ext uri="{FF2B5EF4-FFF2-40B4-BE49-F238E27FC236}">
                <a16:creationId xmlns:a16="http://schemas.microsoft.com/office/drawing/2014/main" id="{19C1AEA8-7966-A452-15D8-4CDFF15977F1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7650683" y="1059040"/>
            <a:ext cx="1985614" cy="15326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9">
            <a:extLst>
              <a:ext uri="{FF2B5EF4-FFF2-40B4-BE49-F238E27FC236}">
                <a16:creationId xmlns:a16="http://schemas.microsoft.com/office/drawing/2014/main" id="{60A03040-3FFE-51C8-290C-C715C197C1A0}"/>
              </a:ext>
            </a:extLst>
          </p:cNvPr>
          <p:cNvSpPr txBox="1"/>
          <p:nvPr/>
        </p:nvSpPr>
        <p:spPr>
          <a:xfrm>
            <a:off x="265138" y="4377510"/>
            <a:ext cx="254134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Guarda la posición actual en la posición seleccionada</a:t>
            </a:r>
          </a:p>
        </p:txBody>
      </p:sp>
      <p:cxnSp>
        <p:nvCxnSpPr>
          <p:cNvPr id="15" name="Conector recto de flecha 10">
            <a:extLst>
              <a:ext uri="{FF2B5EF4-FFF2-40B4-BE49-F238E27FC236}">
                <a16:creationId xmlns:a16="http://schemas.microsoft.com/office/drawing/2014/main" id="{07EED71F-27EB-C01A-832C-AE3D0E2B47B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806481" y="4700676"/>
            <a:ext cx="622519" cy="2888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9">
            <a:extLst>
              <a:ext uri="{FF2B5EF4-FFF2-40B4-BE49-F238E27FC236}">
                <a16:creationId xmlns:a16="http://schemas.microsoft.com/office/drawing/2014/main" id="{00F9C6BB-EBCE-50BA-A3D4-EEAE60EDF8B7}"/>
              </a:ext>
            </a:extLst>
          </p:cNvPr>
          <p:cNvSpPr txBox="1"/>
          <p:nvPr/>
        </p:nvSpPr>
        <p:spPr>
          <a:xfrm>
            <a:off x="271604" y="5732094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Mueve el eje y a la posición deseada</a:t>
            </a:r>
            <a:endParaRPr lang="es-MX" sz="1200" noProof="0" dirty="0"/>
          </a:p>
        </p:txBody>
      </p:sp>
      <p:cxnSp>
        <p:nvCxnSpPr>
          <p:cNvPr id="18" name="Conector recto de flecha 10">
            <a:extLst>
              <a:ext uri="{FF2B5EF4-FFF2-40B4-BE49-F238E27FC236}">
                <a16:creationId xmlns:a16="http://schemas.microsoft.com/office/drawing/2014/main" id="{9CB6DBBE-B0BB-1E26-619A-DF11450C6503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812947" y="5120361"/>
            <a:ext cx="1879551" cy="8425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9">
            <a:extLst>
              <a:ext uri="{FF2B5EF4-FFF2-40B4-BE49-F238E27FC236}">
                <a16:creationId xmlns:a16="http://schemas.microsoft.com/office/drawing/2014/main" id="{D06BF703-8E26-BD30-381C-1EDFF5EA1F61}"/>
              </a:ext>
            </a:extLst>
          </p:cNvPr>
          <p:cNvSpPr txBox="1"/>
          <p:nvPr/>
        </p:nvSpPr>
        <p:spPr>
          <a:xfrm>
            <a:off x="271604" y="1428498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Visualizador:</a:t>
            </a:r>
          </a:p>
          <a:p>
            <a:r>
              <a:rPr lang="es-MX" sz="1200" dirty="0"/>
              <a:t>P</a:t>
            </a:r>
            <a:r>
              <a:rPr lang="es-MX" sz="1200" noProof="0" dirty="0" err="1"/>
              <a:t>osición</a:t>
            </a:r>
            <a:r>
              <a:rPr lang="es-MX" sz="1200" noProof="0" dirty="0"/>
              <a:t> actual del motor</a:t>
            </a:r>
          </a:p>
        </p:txBody>
      </p:sp>
      <p:sp>
        <p:nvSpPr>
          <p:cNvPr id="47" name="CuadroTexto 9">
            <a:extLst>
              <a:ext uri="{FF2B5EF4-FFF2-40B4-BE49-F238E27FC236}">
                <a16:creationId xmlns:a16="http://schemas.microsoft.com/office/drawing/2014/main" id="{F30D9555-586E-60B1-2261-6FEBB6E0CEA1}"/>
              </a:ext>
            </a:extLst>
          </p:cNvPr>
          <p:cNvSpPr txBox="1"/>
          <p:nvPr/>
        </p:nvSpPr>
        <p:spPr>
          <a:xfrm>
            <a:off x="9379053" y="5681609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Status del eje Y</a:t>
            </a:r>
          </a:p>
        </p:txBody>
      </p:sp>
      <p:cxnSp>
        <p:nvCxnSpPr>
          <p:cNvPr id="48" name="Conector recto de flecha 10">
            <a:extLst>
              <a:ext uri="{FF2B5EF4-FFF2-40B4-BE49-F238E27FC236}">
                <a16:creationId xmlns:a16="http://schemas.microsoft.com/office/drawing/2014/main" id="{910F0115-A0E7-4024-C837-5D7C32F4EE20}"/>
              </a:ext>
            </a:extLst>
          </p:cNvPr>
          <p:cNvCxnSpPr>
            <a:cxnSpLocks/>
            <a:stCxn id="47" idx="1"/>
            <a:endCxn id="27" idx="2"/>
          </p:cNvCxnSpPr>
          <p:nvPr/>
        </p:nvCxnSpPr>
        <p:spPr>
          <a:xfrm flipH="1" flipV="1">
            <a:off x="6805672" y="4617062"/>
            <a:ext cx="2573381" cy="12953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48060-8678-EFD5-0486-CBA5C8CD0A01}"/>
              </a:ext>
            </a:extLst>
          </p:cNvPr>
          <p:cNvSpPr/>
          <p:nvPr/>
        </p:nvSpPr>
        <p:spPr>
          <a:xfrm>
            <a:off x="3256886" y="2888568"/>
            <a:ext cx="2359197" cy="14046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39C56A-CFBA-DD9F-7C56-B5480FAFC654}"/>
              </a:ext>
            </a:extLst>
          </p:cNvPr>
          <p:cNvSpPr/>
          <p:nvPr/>
        </p:nvSpPr>
        <p:spPr>
          <a:xfrm>
            <a:off x="5960661" y="3443574"/>
            <a:ext cx="1690022" cy="1173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1" name="CuadroTexto 9">
            <a:extLst>
              <a:ext uri="{FF2B5EF4-FFF2-40B4-BE49-F238E27FC236}">
                <a16:creationId xmlns:a16="http://schemas.microsoft.com/office/drawing/2014/main" id="{432CDE94-3A96-E922-1D50-C0329B487A74}"/>
              </a:ext>
            </a:extLst>
          </p:cNvPr>
          <p:cNvSpPr txBox="1"/>
          <p:nvPr/>
        </p:nvSpPr>
        <p:spPr>
          <a:xfrm>
            <a:off x="9636297" y="1436106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Mueve el eje en sentido positivo</a:t>
            </a:r>
          </a:p>
        </p:txBody>
      </p:sp>
      <p:sp>
        <p:nvSpPr>
          <p:cNvPr id="32" name="CuadroTexto 9">
            <a:extLst>
              <a:ext uri="{FF2B5EF4-FFF2-40B4-BE49-F238E27FC236}">
                <a16:creationId xmlns:a16="http://schemas.microsoft.com/office/drawing/2014/main" id="{55804FFE-7EDE-513B-E5B3-CF74565A18B9}"/>
              </a:ext>
            </a:extLst>
          </p:cNvPr>
          <p:cNvSpPr txBox="1"/>
          <p:nvPr/>
        </p:nvSpPr>
        <p:spPr>
          <a:xfrm>
            <a:off x="9636400" y="2053886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Mueve el eje en sentido negativo</a:t>
            </a:r>
          </a:p>
        </p:txBody>
      </p:sp>
      <p:sp>
        <p:nvSpPr>
          <p:cNvPr id="33" name="CuadroTexto 9">
            <a:extLst>
              <a:ext uri="{FF2B5EF4-FFF2-40B4-BE49-F238E27FC236}">
                <a16:creationId xmlns:a16="http://schemas.microsoft.com/office/drawing/2014/main" id="{5D0AF20B-4AC5-1168-2715-780E5A859F8B}"/>
              </a:ext>
            </a:extLst>
          </p:cNvPr>
          <p:cNvSpPr txBox="1"/>
          <p:nvPr/>
        </p:nvSpPr>
        <p:spPr>
          <a:xfrm>
            <a:off x="9636297" y="2683854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Reinicia estado del eje</a:t>
            </a:r>
          </a:p>
        </p:txBody>
      </p:sp>
      <p:cxnSp>
        <p:nvCxnSpPr>
          <p:cNvPr id="34" name="Conector recto de flecha 10">
            <a:extLst>
              <a:ext uri="{FF2B5EF4-FFF2-40B4-BE49-F238E27FC236}">
                <a16:creationId xmlns:a16="http://schemas.microsoft.com/office/drawing/2014/main" id="{A958BBA1-7E28-6559-89E5-C0EBCE3B3AC5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6598933" y="1666939"/>
            <a:ext cx="3037364" cy="10169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10">
            <a:extLst>
              <a:ext uri="{FF2B5EF4-FFF2-40B4-BE49-F238E27FC236}">
                <a16:creationId xmlns:a16="http://schemas.microsoft.com/office/drawing/2014/main" id="{05EF4B9B-A0E2-9344-9C02-B60EB90438BB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6686765" y="2284719"/>
            <a:ext cx="2949635" cy="7566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10">
            <a:extLst>
              <a:ext uri="{FF2B5EF4-FFF2-40B4-BE49-F238E27FC236}">
                <a16:creationId xmlns:a16="http://schemas.microsoft.com/office/drawing/2014/main" id="{A78971F2-D75A-2244-5272-C4065D72BB1E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7650683" y="2914687"/>
            <a:ext cx="1985614" cy="2639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9">
            <a:extLst>
              <a:ext uri="{FF2B5EF4-FFF2-40B4-BE49-F238E27FC236}">
                <a16:creationId xmlns:a16="http://schemas.microsoft.com/office/drawing/2014/main" id="{C63DC4F6-F874-7821-09BB-B28DB082C80A}"/>
              </a:ext>
            </a:extLst>
          </p:cNvPr>
          <p:cNvSpPr txBox="1"/>
          <p:nvPr/>
        </p:nvSpPr>
        <p:spPr>
          <a:xfrm>
            <a:off x="9657483" y="3429000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 de control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Controlan el estado del </a:t>
            </a:r>
            <a:r>
              <a:rPr lang="es-MX" sz="1200" dirty="0" err="1"/>
              <a:t>gripper</a:t>
            </a:r>
            <a:endParaRPr lang="es-MX" sz="1200" noProof="0" dirty="0"/>
          </a:p>
        </p:txBody>
      </p:sp>
      <p:cxnSp>
        <p:nvCxnSpPr>
          <p:cNvPr id="49" name="Conector recto de flecha 10">
            <a:extLst>
              <a:ext uri="{FF2B5EF4-FFF2-40B4-BE49-F238E27FC236}">
                <a16:creationId xmlns:a16="http://schemas.microsoft.com/office/drawing/2014/main" id="{59971E5E-FA95-BB80-3016-A73FB637385C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9153785" y="3619217"/>
            <a:ext cx="503698" cy="406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28E550F-85A6-7611-08E8-80F1F748F0A9}"/>
              </a:ext>
            </a:extLst>
          </p:cNvPr>
          <p:cNvSpPr/>
          <p:nvPr/>
        </p:nvSpPr>
        <p:spPr>
          <a:xfrm>
            <a:off x="8054196" y="3041596"/>
            <a:ext cx="1029520" cy="1173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214044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E515D-7C74-6C74-EBAF-193B67529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CF7396-511D-F3BF-99E1-1C12241E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59" y="1876104"/>
            <a:ext cx="6144482" cy="45916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F13D2E-DBCF-A419-CFCC-759E6EDB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Manual Festo Eje Z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0BAC944-9E9D-0842-F796-974E3E8BB90C}"/>
              </a:ext>
            </a:extLst>
          </p:cNvPr>
          <p:cNvSpPr txBox="1"/>
          <p:nvPr/>
        </p:nvSpPr>
        <p:spPr>
          <a:xfrm>
            <a:off x="278070" y="2366054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Visualizador:</a:t>
            </a:r>
          </a:p>
          <a:p>
            <a:r>
              <a:rPr lang="es-MX" sz="1200" dirty="0"/>
              <a:t>Velocidad actual del motor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F90CD51-2596-1453-9670-D1EE0297183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819413" y="2596887"/>
            <a:ext cx="1873085" cy="320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9">
            <a:extLst>
              <a:ext uri="{FF2B5EF4-FFF2-40B4-BE49-F238E27FC236}">
                <a16:creationId xmlns:a16="http://schemas.microsoft.com/office/drawing/2014/main" id="{C1CD9A1F-ED57-C409-D514-C69ECD30CA9F}"/>
              </a:ext>
            </a:extLst>
          </p:cNvPr>
          <p:cNvSpPr txBox="1"/>
          <p:nvPr/>
        </p:nvSpPr>
        <p:spPr>
          <a:xfrm>
            <a:off x="271604" y="3576924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noProof="0" dirty="0"/>
              <a:t>Selector de posición</a:t>
            </a:r>
          </a:p>
        </p:txBody>
      </p:sp>
      <p:cxnSp>
        <p:nvCxnSpPr>
          <p:cNvPr id="13" name="Conector recto de flecha 10">
            <a:extLst>
              <a:ext uri="{FF2B5EF4-FFF2-40B4-BE49-F238E27FC236}">
                <a16:creationId xmlns:a16="http://schemas.microsoft.com/office/drawing/2014/main" id="{1E539DF6-D017-B48F-8A0B-BA1394750A7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812947" y="3654869"/>
            <a:ext cx="429865" cy="1528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0">
            <a:extLst>
              <a:ext uri="{FF2B5EF4-FFF2-40B4-BE49-F238E27FC236}">
                <a16:creationId xmlns:a16="http://schemas.microsoft.com/office/drawing/2014/main" id="{EADD15A8-EFAD-4729-DA0B-15992169EAA8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2812947" y="1659331"/>
            <a:ext cx="429865" cy="7683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9">
            <a:extLst>
              <a:ext uri="{FF2B5EF4-FFF2-40B4-BE49-F238E27FC236}">
                <a16:creationId xmlns:a16="http://schemas.microsoft.com/office/drawing/2014/main" id="{7F072F23-8C6F-CA99-14BB-D95704735E96}"/>
              </a:ext>
            </a:extLst>
          </p:cNvPr>
          <p:cNvSpPr txBox="1"/>
          <p:nvPr/>
        </p:nvSpPr>
        <p:spPr>
          <a:xfrm>
            <a:off x="9636297" y="828207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Mueve el eje a posición de home</a:t>
            </a:r>
          </a:p>
        </p:txBody>
      </p:sp>
      <p:cxnSp>
        <p:nvCxnSpPr>
          <p:cNvPr id="24" name="Conector recto de flecha 10">
            <a:extLst>
              <a:ext uri="{FF2B5EF4-FFF2-40B4-BE49-F238E27FC236}">
                <a16:creationId xmlns:a16="http://schemas.microsoft.com/office/drawing/2014/main" id="{6A1F7D79-58B3-8D32-C9E1-1FC763FEE53C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7650683" y="1059040"/>
            <a:ext cx="1985614" cy="15326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9">
            <a:extLst>
              <a:ext uri="{FF2B5EF4-FFF2-40B4-BE49-F238E27FC236}">
                <a16:creationId xmlns:a16="http://schemas.microsoft.com/office/drawing/2014/main" id="{BCAE3124-9F33-ADA3-E2F6-DBA652EA7738}"/>
              </a:ext>
            </a:extLst>
          </p:cNvPr>
          <p:cNvSpPr txBox="1"/>
          <p:nvPr/>
        </p:nvSpPr>
        <p:spPr>
          <a:xfrm>
            <a:off x="265138" y="4377510"/>
            <a:ext cx="254134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Guarda la posición actual en la posición seleccionada</a:t>
            </a:r>
          </a:p>
        </p:txBody>
      </p:sp>
      <p:cxnSp>
        <p:nvCxnSpPr>
          <p:cNvPr id="15" name="Conector recto de flecha 10">
            <a:extLst>
              <a:ext uri="{FF2B5EF4-FFF2-40B4-BE49-F238E27FC236}">
                <a16:creationId xmlns:a16="http://schemas.microsoft.com/office/drawing/2014/main" id="{83344B2F-0F42-F668-987B-96FEC2DFECB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806481" y="4700676"/>
            <a:ext cx="622519" cy="2888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9">
            <a:extLst>
              <a:ext uri="{FF2B5EF4-FFF2-40B4-BE49-F238E27FC236}">
                <a16:creationId xmlns:a16="http://schemas.microsoft.com/office/drawing/2014/main" id="{EE1F59D3-B0E1-28C5-D694-77B5D6341ED3}"/>
              </a:ext>
            </a:extLst>
          </p:cNvPr>
          <p:cNvSpPr txBox="1"/>
          <p:nvPr/>
        </p:nvSpPr>
        <p:spPr>
          <a:xfrm>
            <a:off x="271604" y="5732094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Mueve el eje Z a la posición deseada</a:t>
            </a:r>
            <a:endParaRPr lang="es-MX" sz="1200" noProof="0" dirty="0"/>
          </a:p>
        </p:txBody>
      </p:sp>
      <p:cxnSp>
        <p:nvCxnSpPr>
          <p:cNvPr id="18" name="Conector recto de flecha 10">
            <a:extLst>
              <a:ext uri="{FF2B5EF4-FFF2-40B4-BE49-F238E27FC236}">
                <a16:creationId xmlns:a16="http://schemas.microsoft.com/office/drawing/2014/main" id="{5F6AAB92-73CB-23B8-2177-DDB6CF623EA7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812947" y="5120361"/>
            <a:ext cx="2090969" cy="8425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9">
            <a:extLst>
              <a:ext uri="{FF2B5EF4-FFF2-40B4-BE49-F238E27FC236}">
                <a16:creationId xmlns:a16="http://schemas.microsoft.com/office/drawing/2014/main" id="{7E07CFC8-9D97-0266-685E-2943A766F356}"/>
              </a:ext>
            </a:extLst>
          </p:cNvPr>
          <p:cNvSpPr txBox="1"/>
          <p:nvPr/>
        </p:nvSpPr>
        <p:spPr>
          <a:xfrm>
            <a:off x="271604" y="1428498"/>
            <a:ext cx="254134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Visualizador:</a:t>
            </a:r>
          </a:p>
          <a:p>
            <a:r>
              <a:rPr lang="es-MX" sz="1200" dirty="0"/>
              <a:t>P</a:t>
            </a:r>
            <a:r>
              <a:rPr lang="es-MX" sz="1200" noProof="0" dirty="0" err="1"/>
              <a:t>osición</a:t>
            </a:r>
            <a:r>
              <a:rPr lang="es-MX" sz="1200" noProof="0" dirty="0"/>
              <a:t> actual del motor</a:t>
            </a:r>
          </a:p>
        </p:txBody>
      </p:sp>
      <p:sp>
        <p:nvSpPr>
          <p:cNvPr id="47" name="CuadroTexto 9">
            <a:extLst>
              <a:ext uri="{FF2B5EF4-FFF2-40B4-BE49-F238E27FC236}">
                <a16:creationId xmlns:a16="http://schemas.microsoft.com/office/drawing/2014/main" id="{B8DE0882-0523-B46F-A704-61EE944C9695}"/>
              </a:ext>
            </a:extLst>
          </p:cNvPr>
          <p:cNvSpPr txBox="1"/>
          <p:nvPr/>
        </p:nvSpPr>
        <p:spPr>
          <a:xfrm>
            <a:off x="9379053" y="5681609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Status del eje Z</a:t>
            </a:r>
          </a:p>
        </p:txBody>
      </p:sp>
      <p:cxnSp>
        <p:nvCxnSpPr>
          <p:cNvPr id="48" name="Conector recto de flecha 10">
            <a:extLst>
              <a:ext uri="{FF2B5EF4-FFF2-40B4-BE49-F238E27FC236}">
                <a16:creationId xmlns:a16="http://schemas.microsoft.com/office/drawing/2014/main" id="{E1EFFB53-CF6E-14F1-152F-4675D3F14DF4}"/>
              </a:ext>
            </a:extLst>
          </p:cNvPr>
          <p:cNvCxnSpPr>
            <a:cxnSpLocks/>
            <a:stCxn id="47" idx="1"/>
            <a:endCxn id="27" idx="2"/>
          </p:cNvCxnSpPr>
          <p:nvPr/>
        </p:nvCxnSpPr>
        <p:spPr>
          <a:xfrm flipH="1" flipV="1">
            <a:off x="7139116" y="4714046"/>
            <a:ext cx="2239937" cy="11983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EF2FA-491A-F601-02EE-B42B9C196D0F}"/>
              </a:ext>
            </a:extLst>
          </p:cNvPr>
          <p:cNvSpPr/>
          <p:nvPr/>
        </p:nvSpPr>
        <p:spPr>
          <a:xfrm>
            <a:off x="3256886" y="2888568"/>
            <a:ext cx="2359197" cy="14046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06D9FC-F1E7-3377-D199-D9FD79BA7B0E}"/>
              </a:ext>
            </a:extLst>
          </p:cNvPr>
          <p:cNvSpPr/>
          <p:nvPr/>
        </p:nvSpPr>
        <p:spPr>
          <a:xfrm>
            <a:off x="6294105" y="3540558"/>
            <a:ext cx="1690022" cy="1173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1" name="CuadroTexto 9">
            <a:extLst>
              <a:ext uri="{FF2B5EF4-FFF2-40B4-BE49-F238E27FC236}">
                <a16:creationId xmlns:a16="http://schemas.microsoft.com/office/drawing/2014/main" id="{489037CD-D3E8-11E7-157F-0A8C28DF4A4F}"/>
              </a:ext>
            </a:extLst>
          </p:cNvPr>
          <p:cNvSpPr txBox="1"/>
          <p:nvPr/>
        </p:nvSpPr>
        <p:spPr>
          <a:xfrm>
            <a:off x="9636297" y="1436106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Mueve el eje en sentido positivo</a:t>
            </a:r>
          </a:p>
        </p:txBody>
      </p:sp>
      <p:sp>
        <p:nvSpPr>
          <p:cNvPr id="32" name="CuadroTexto 9">
            <a:extLst>
              <a:ext uri="{FF2B5EF4-FFF2-40B4-BE49-F238E27FC236}">
                <a16:creationId xmlns:a16="http://schemas.microsoft.com/office/drawing/2014/main" id="{41854E3B-6ABF-B1B6-F1F1-C1F395B33390}"/>
              </a:ext>
            </a:extLst>
          </p:cNvPr>
          <p:cNvSpPr txBox="1"/>
          <p:nvPr/>
        </p:nvSpPr>
        <p:spPr>
          <a:xfrm>
            <a:off x="9636400" y="2053886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Mueve el eje en sentido negativo</a:t>
            </a:r>
          </a:p>
        </p:txBody>
      </p:sp>
      <p:sp>
        <p:nvSpPr>
          <p:cNvPr id="33" name="CuadroTexto 9">
            <a:extLst>
              <a:ext uri="{FF2B5EF4-FFF2-40B4-BE49-F238E27FC236}">
                <a16:creationId xmlns:a16="http://schemas.microsoft.com/office/drawing/2014/main" id="{3B6D6AA6-929D-00C3-FBE7-A744ABBA3F34}"/>
              </a:ext>
            </a:extLst>
          </p:cNvPr>
          <p:cNvSpPr txBox="1"/>
          <p:nvPr/>
        </p:nvSpPr>
        <p:spPr>
          <a:xfrm>
            <a:off x="9636297" y="2683854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Reinicia estado del eje</a:t>
            </a:r>
          </a:p>
        </p:txBody>
      </p:sp>
      <p:cxnSp>
        <p:nvCxnSpPr>
          <p:cNvPr id="34" name="Conector recto de flecha 10">
            <a:extLst>
              <a:ext uri="{FF2B5EF4-FFF2-40B4-BE49-F238E27FC236}">
                <a16:creationId xmlns:a16="http://schemas.microsoft.com/office/drawing/2014/main" id="{A65619AF-3BAB-FC80-DFB8-2883034FCD3C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6598933" y="1666939"/>
            <a:ext cx="3037364" cy="10169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10">
            <a:extLst>
              <a:ext uri="{FF2B5EF4-FFF2-40B4-BE49-F238E27FC236}">
                <a16:creationId xmlns:a16="http://schemas.microsoft.com/office/drawing/2014/main" id="{894E42C8-DC79-AE65-97F4-AEA0BD0DE6C7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6686765" y="2284719"/>
            <a:ext cx="2949635" cy="7566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10">
            <a:extLst>
              <a:ext uri="{FF2B5EF4-FFF2-40B4-BE49-F238E27FC236}">
                <a16:creationId xmlns:a16="http://schemas.microsoft.com/office/drawing/2014/main" id="{AABFAB39-7E57-6999-0DE2-9403FE8C4477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7650683" y="2914687"/>
            <a:ext cx="1985614" cy="2639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9">
            <a:extLst>
              <a:ext uri="{FF2B5EF4-FFF2-40B4-BE49-F238E27FC236}">
                <a16:creationId xmlns:a16="http://schemas.microsoft.com/office/drawing/2014/main" id="{88603CB8-A00C-4DD1-ACBF-AD9604AF51F1}"/>
              </a:ext>
            </a:extLst>
          </p:cNvPr>
          <p:cNvSpPr txBox="1"/>
          <p:nvPr/>
        </p:nvSpPr>
        <p:spPr>
          <a:xfrm>
            <a:off x="9657483" y="3429000"/>
            <a:ext cx="223520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Botones de control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Controlan el estado del </a:t>
            </a:r>
            <a:r>
              <a:rPr lang="es-MX" sz="1200" dirty="0" err="1"/>
              <a:t>gripper</a:t>
            </a:r>
            <a:endParaRPr lang="es-MX" sz="1200" noProof="0" dirty="0"/>
          </a:p>
        </p:txBody>
      </p:sp>
      <p:cxnSp>
        <p:nvCxnSpPr>
          <p:cNvPr id="49" name="Conector recto de flecha 10">
            <a:extLst>
              <a:ext uri="{FF2B5EF4-FFF2-40B4-BE49-F238E27FC236}">
                <a16:creationId xmlns:a16="http://schemas.microsoft.com/office/drawing/2014/main" id="{1BE8E97D-7921-4156-22A0-98C253D637D1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9153785" y="3619217"/>
            <a:ext cx="503698" cy="406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7B1C824E-3DF6-DB8C-A02D-39204F4F2281}"/>
              </a:ext>
            </a:extLst>
          </p:cNvPr>
          <p:cNvSpPr/>
          <p:nvPr/>
        </p:nvSpPr>
        <p:spPr>
          <a:xfrm>
            <a:off x="8191500" y="3041595"/>
            <a:ext cx="892215" cy="13105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981071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371F-D03A-E5FA-6821-4776728E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35662F-B0A0-B803-E831-18F7D171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818" y="2760446"/>
            <a:ext cx="3855510" cy="28931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658143-8D40-040A-6BC2-9A044E54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de </a:t>
            </a:r>
            <a:r>
              <a:rPr lang="es-MX" dirty="0"/>
              <a:t>Ingeniería</a:t>
            </a:r>
            <a:endParaRPr lang="es-MX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DDA748-EC51-4F20-97E3-98AE4938B15E}"/>
              </a:ext>
            </a:extLst>
          </p:cNvPr>
          <p:cNvSpPr txBox="1"/>
          <p:nvPr/>
        </p:nvSpPr>
        <p:spPr>
          <a:xfrm>
            <a:off x="8539285" y="2864055"/>
            <a:ext cx="3513221" cy="92333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b="1" noProof="0" dirty="0"/>
              <a:t>Botón de acceso:</a:t>
            </a:r>
          </a:p>
          <a:p>
            <a:r>
              <a:rPr lang="es-MX" noProof="0" dirty="0"/>
              <a:t>Envía a pantalla de Alarmas de Alimentadores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5B78286-C1CA-F8F3-3E54-6E1812A10C85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625850" y="3325720"/>
            <a:ext cx="913435" cy="4616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47">
            <a:extLst>
              <a:ext uri="{FF2B5EF4-FFF2-40B4-BE49-F238E27FC236}">
                <a16:creationId xmlns:a16="http://schemas.microsoft.com/office/drawing/2014/main" id="{4E7120A7-A010-7475-BE9C-BF9FDF9E8E73}"/>
              </a:ext>
            </a:extLst>
          </p:cNvPr>
          <p:cNvSpPr txBox="1"/>
          <p:nvPr/>
        </p:nvSpPr>
        <p:spPr>
          <a:xfrm>
            <a:off x="128030" y="2890587"/>
            <a:ext cx="3513221" cy="92333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b="1" noProof="0" dirty="0"/>
              <a:t>Botón de acceso:</a:t>
            </a:r>
          </a:p>
          <a:p>
            <a:r>
              <a:rPr lang="es-MX" noProof="0" dirty="0"/>
              <a:t>Envía a pantalla de Contadores y Límites</a:t>
            </a:r>
          </a:p>
        </p:txBody>
      </p:sp>
      <p:cxnSp>
        <p:nvCxnSpPr>
          <p:cNvPr id="21" name="Conector recto de flecha 48">
            <a:extLst>
              <a:ext uri="{FF2B5EF4-FFF2-40B4-BE49-F238E27FC236}">
                <a16:creationId xmlns:a16="http://schemas.microsoft.com/office/drawing/2014/main" id="{7AD61CEB-CC6E-4EEB-B1CD-B42DA3BF5E1B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641251" y="3352252"/>
            <a:ext cx="816270" cy="4351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47">
            <a:extLst>
              <a:ext uri="{FF2B5EF4-FFF2-40B4-BE49-F238E27FC236}">
                <a16:creationId xmlns:a16="http://schemas.microsoft.com/office/drawing/2014/main" id="{784D6643-A5E6-5396-0A3F-5953EA0D24F4}"/>
              </a:ext>
            </a:extLst>
          </p:cNvPr>
          <p:cNvSpPr txBox="1"/>
          <p:nvPr/>
        </p:nvSpPr>
        <p:spPr>
          <a:xfrm>
            <a:off x="128030" y="4207019"/>
            <a:ext cx="351322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b="1" noProof="0" dirty="0"/>
              <a:t>Botón de acceso:</a:t>
            </a:r>
          </a:p>
          <a:p>
            <a:r>
              <a:rPr lang="es-MX" noProof="0" dirty="0"/>
              <a:t>Envía a pantalla de </a:t>
            </a:r>
            <a:r>
              <a:rPr lang="es-MX" dirty="0"/>
              <a:t>Idioma</a:t>
            </a:r>
            <a:endParaRPr lang="es-MX" noProof="0" dirty="0"/>
          </a:p>
        </p:txBody>
      </p:sp>
      <p:cxnSp>
        <p:nvCxnSpPr>
          <p:cNvPr id="7" name="Conector recto de flecha 48">
            <a:extLst>
              <a:ext uri="{FF2B5EF4-FFF2-40B4-BE49-F238E27FC236}">
                <a16:creationId xmlns:a16="http://schemas.microsoft.com/office/drawing/2014/main" id="{B3E38B3C-D3DB-9641-A3C2-7820866589D5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641251" y="4181825"/>
            <a:ext cx="1971970" cy="3483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922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CE94-F1D7-0F17-CAF4-5C3917FB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26DB29-5D74-F750-E453-850115A72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37" y="2415430"/>
            <a:ext cx="4284291" cy="318147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57ADC9B-FC57-D15C-16CC-A54E9619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de </a:t>
            </a:r>
            <a:r>
              <a:rPr lang="es-MX" dirty="0"/>
              <a:t>Idiomas</a:t>
            </a:r>
            <a:endParaRPr lang="es-MX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6FD4A9-1122-DF94-1DF8-EAB56AA8F53A}"/>
              </a:ext>
            </a:extLst>
          </p:cNvPr>
          <p:cNvSpPr txBox="1"/>
          <p:nvPr/>
        </p:nvSpPr>
        <p:spPr>
          <a:xfrm>
            <a:off x="8120364" y="3118412"/>
            <a:ext cx="351322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b="1" noProof="0" dirty="0"/>
              <a:t>Botón de control:</a:t>
            </a:r>
          </a:p>
          <a:p>
            <a:r>
              <a:rPr lang="es-MX" noProof="0" dirty="0"/>
              <a:t>Cambia idioma de HMI a inglés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BBEC64F-BCB3-538C-F7DB-3F18C4FEBA5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902450" y="3441578"/>
            <a:ext cx="1217914" cy="398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47">
            <a:extLst>
              <a:ext uri="{FF2B5EF4-FFF2-40B4-BE49-F238E27FC236}">
                <a16:creationId xmlns:a16="http://schemas.microsoft.com/office/drawing/2014/main" id="{CB7CB9C9-7A17-469C-B889-2D867B7811EC}"/>
              </a:ext>
            </a:extLst>
          </p:cNvPr>
          <p:cNvSpPr txBox="1"/>
          <p:nvPr/>
        </p:nvSpPr>
        <p:spPr>
          <a:xfrm>
            <a:off x="342517" y="2967335"/>
            <a:ext cx="3010284" cy="92333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b="1" noProof="0" dirty="0"/>
              <a:t>Botón de control:</a:t>
            </a:r>
          </a:p>
          <a:p>
            <a:r>
              <a:rPr lang="es-MX" noProof="0" dirty="0"/>
              <a:t>Cambia idioma de HMI a español </a:t>
            </a:r>
          </a:p>
        </p:txBody>
      </p:sp>
      <p:cxnSp>
        <p:nvCxnSpPr>
          <p:cNvPr id="21" name="Conector recto de flecha 48">
            <a:extLst>
              <a:ext uri="{FF2B5EF4-FFF2-40B4-BE49-F238E27FC236}">
                <a16:creationId xmlns:a16="http://schemas.microsoft.com/office/drawing/2014/main" id="{2020CD66-1CD9-7BAB-4311-5DC144615CBB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352801" y="3429000"/>
            <a:ext cx="1269999" cy="4616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436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75BF-1059-CD34-C4EC-16CF8B6C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BE8DA2-626A-C242-DF11-ED48888D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775" y="1361053"/>
            <a:ext cx="6058746" cy="45535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E93DF05-52E9-FA10-A672-38501988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Alarmas Activas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DC697F-7714-9D3E-168F-3F0D95414209}"/>
              </a:ext>
            </a:extLst>
          </p:cNvPr>
          <p:cNvSpPr txBox="1"/>
          <p:nvPr/>
        </p:nvSpPr>
        <p:spPr>
          <a:xfrm>
            <a:off x="926004" y="5028142"/>
            <a:ext cx="193866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principal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26064F5-72AD-D1FC-9205-534F324A291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864670" y="5258975"/>
            <a:ext cx="602430" cy="3293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D2DAB74-5BA9-2AD2-B523-DF3ED3D21EA8}"/>
              </a:ext>
            </a:extLst>
          </p:cNvPr>
          <p:cNvSpPr txBox="1"/>
          <p:nvPr/>
        </p:nvSpPr>
        <p:spPr>
          <a:xfrm>
            <a:off x="216569" y="2342143"/>
            <a:ext cx="2648102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Visualiza </a:t>
            </a:r>
            <a:r>
              <a:rPr lang="es-MX" sz="1200" dirty="0"/>
              <a:t>fecha y descripción de </a:t>
            </a:r>
            <a:r>
              <a:rPr lang="es-MX" sz="1200" noProof="0" dirty="0"/>
              <a:t>alarmas. Las alarmas se encuentran ordenadas por fecha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9DC3380-4C54-D414-70E7-3187D756F857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864671" y="2757642"/>
            <a:ext cx="419104" cy="1833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11">
            <a:extLst>
              <a:ext uri="{FF2B5EF4-FFF2-40B4-BE49-F238E27FC236}">
                <a16:creationId xmlns:a16="http://schemas.microsoft.com/office/drawing/2014/main" id="{2C220564-CCF6-3073-DF19-47DFF2E60684}"/>
              </a:ext>
            </a:extLst>
          </p:cNvPr>
          <p:cNvSpPr txBox="1"/>
          <p:nvPr/>
        </p:nvSpPr>
        <p:spPr>
          <a:xfrm>
            <a:off x="82793" y="3686096"/>
            <a:ext cx="278187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Dirige a anterior sección de alarmas</a:t>
            </a:r>
            <a:endParaRPr lang="es-MX" sz="1200" noProof="0" dirty="0"/>
          </a:p>
        </p:txBody>
      </p:sp>
      <p:sp>
        <p:nvSpPr>
          <p:cNvPr id="11" name="CuadroTexto 11">
            <a:extLst>
              <a:ext uri="{FF2B5EF4-FFF2-40B4-BE49-F238E27FC236}">
                <a16:creationId xmlns:a16="http://schemas.microsoft.com/office/drawing/2014/main" id="{8CB10E56-466A-F297-0BC4-AEB6597FD448}"/>
              </a:ext>
            </a:extLst>
          </p:cNvPr>
          <p:cNvSpPr txBox="1"/>
          <p:nvPr/>
        </p:nvSpPr>
        <p:spPr>
          <a:xfrm>
            <a:off x="82793" y="4335644"/>
            <a:ext cx="278187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Dirige a siguiente sección de alarmas</a:t>
            </a:r>
            <a:endParaRPr lang="es-MX" sz="1200" noProof="0" dirty="0"/>
          </a:p>
        </p:txBody>
      </p:sp>
      <p:cxnSp>
        <p:nvCxnSpPr>
          <p:cNvPr id="14" name="Conector recto de flecha 28">
            <a:extLst>
              <a:ext uri="{FF2B5EF4-FFF2-40B4-BE49-F238E27FC236}">
                <a16:creationId xmlns:a16="http://schemas.microsoft.com/office/drawing/2014/main" id="{DE9CDD88-7FDA-8CD6-319F-FFEA38660BC9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864670" y="4566477"/>
            <a:ext cx="1482315" cy="8571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28">
            <a:extLst>
              <a:ext uri="{FF2B5EF4-FFF2-40B4-BE49-F238E27FC236}">
                <a16:creationId xmlns:a16="http://schemas.microsoft.com/office/drawing/2014/main" id="{4C4AEA4B-B5E1-8D76-3709-8553E9F548F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864670" y="3916929"/>
            <a:ext cx="2221680" cy="15014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11">
            <a:extLst>
              <a:ext uri="{FF2B5EF4-FFF2-40B4-BE49-F238E27FC236}">
                <a16:creationId xmlns:a16="http://schemas.microsoft.com/office/drawing/2014/main" id="{723A880E-2C7F-E660-A3BC-962540C5EB4E}"/>
              </a:ext>
            </a:extLst>
          </p:cNvPr>
          <p:cNvSpPr txBox="1"/>
          <p:nvPr/>
        </p:nvSpPr>
        <p:spPr>
          <a:xfrm>
            <a:off x="9597189" y="2686616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Envía a pantalla de historial de alarmas</a:t>
            </a:r>
            <a:endParaRPr lang="es-MX" sz="1200" noProof="0" dirty="0"/>
          </a:p>
        </p:txBody>
      </p:sp>
      <p:cxnSp>
        <p:nvCxnSpPr>
          <p:cNvPr id="24" name="Conector recto de flecha 12">
            <a:extLst>
              <a:ext uri="{FF2B5EF4-FFF2-40B4-BE49-F238E27FC236}">
                <a16:creationId xmlns:a16="http://schemas.microsoft.com/office/drawing/2014/main" id="{D7775025-3977-F235-3327-BD6F99087AB9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7334250" y="3009782"/>
            <a:ext cx="2262939" cy="240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11">
            <a:extLst>
              <a:ext uri="{FF2B5EF4-FFF2-40B4-BE49-F238E27FC236}">
                <a16:creationId xmlns:a16="http://schemas.microsoft.com/office/drawing/2014/main" id="{555EB2DE-53A3-5D88-9759-329CD13D8F11}"/>
              </a:ext>
            </a:extLst>
          </p:cNvPr>
          <p:cNvSpPr txBox="1"/>
          <p:nvPr/>
        </p:nvSpPr>
        <p:spPr>
          <a:xfrm>
            <a:off x="9597189" y="3501430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Cierra pantalla de alarmas y envía a pantalla anterior</a:t>
            </a:r>
            <a:endParaRPr lang="es-MX" sz="1200" noProof="0" dirty="0"/>
          </a:p>
        </p:txBody>
      </p:sp>
      <p:cxnSp>
        <p:nvCxnSpPr>
          <p:cNvPr id="41" name="Conector recto de flecha 12">
            <a:extLst>
              <a:ext uri="{FF2B5EF4-FFF2-40B4-BE49-F238E27FC236}">
                <a16:creationId xmlns:a16="http://schemas.microsoft.com/office/drawing/2014/main" id="{2583E154-4E0F-3D52-4F6E-F68AE0179FEE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8191500" y="3824596"/>
            <a:ext cx="1405689" cy="15938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11">
            <a:extLst>
              <a:ext uri="{FF2B5EF4-FFF2-40B4-BE49-F238E27FC236}">
                <a16:creationId xmlns:a16="http://schemas.microsoft.com/office/drawing/2014/main" id="{6D600F69-F66E-75C2-2E02-DF28E6C29417}"/>
              </a:ext>
            </a:extLst>
          </p:cNvPr>
          <p:cNvSpPr txBox="1"/>
          <p:nvPr/>
        </p:nvSpPr>
        <p:spPr>
          <a:xfrm>
            <a:off x="9597188" y="4316244"/>
            <a:ext cx="219090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Reconocimiento de fallas</a:t>
            </a:r>
            <a:endParaRPr lang="es-MX" sz="1200" noProof="0" dirty="0"/>
          </a:p>
        </p:txBody>
      </p:sp>
      <p:cxnSp>
        <p:nvCxnSpPr>
          <p:cNvPr id="46" name="Conector recto de flecha 12">
            <a:extLst>
              <a:ext uri="{FF2B5EF4-FFF2-40B4-BE49-F238E27FC236}">
                <a16:creationId xmlns:a16="http://schemas.microsoft.com/office/drawing/2014/main" id="{A5E46280-DD3B-B3B7-53C6-888EF814982A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8894344" y="4547077"/>
            <a:ext cx="702844" cy="8713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662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3B4B-5D36-B2F6-EADD-723C1A92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074E6D-41DE-D893-EB63-0EE782792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977" y="1215111"/>
            <a:ext cx="6096851" cy="45726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144DAC-9F8E-053E-1E13-B5E580B2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Historial de </a:t>
            </a:r>
            <a:r>
              <a:rPr lang="es-MX" dirty="0"/>
              <a:t>A</a:t>
            </a:r>
            <a:r>
              <a:rPr lang="es-MX" noProof="0" dirty="0" err="1"/>
              <a:t>larmas</a:t>
            </a:r>
            <a:endParaRPr lang="es-MX" noProof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68AB82F-E548-B922-6519-F364D57ACBD2}"/>
              </a:ext>
            </a:extLst>
          </p:cNvPr>
          <p:cNvSpPr txBox="1"/>
          <p:nvPr/>
        </p:nvSpPr>
        <p:spPr>
          <a:xfrm>
            <a:off x="926004" y="4780492"/>
            <a:ext cx="193866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principal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5FF7979-3BFA-9BB2-EDE3-A69C51A4E93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864670" y="5011325"/>
            <a:ext cx="602430" cy="3293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9EFCC50-53D6-AA01-75CF-60BE74A03B8D}"/>
              </a:ext>
            </a:extLst>
          </p:cNvPr>
          <p:cNvSpPr txBox="1"/>
          <p:nvPr/>
        </p:nvSpPr>
        <p:spPr>
          <a:xfrm>
            <a:off x="82793" y="2342143"/>
            <a:ext cx="2781878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Visualiza </a:t>
            </a:r>
            <a:r>
              <a:rPr lang="es-MX" sz="1200" dirty="0"/>
              <a:t>fecha y descripción de </a:t>
            </a:r>
            <a:r>
              <a:rPr lang="es-MX" sz="1200" noProof="0" dirty="0"/>
              <a:t>alarmas. Las alarmas se encuentran ordenadas por fecha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108E7D9-D217-EF0A-2DE1-B8B5ACD123E8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864671" y="2757642"/>
            <a:ext cx="419104" cy="1833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11">
            <a:extLst>
              <a:ext uri="{FF2B5EF4-FFF2-40B4-BE49-F238E27FC236}">
                <a16:creationId xmlns:a16="http://schemas.microsoft.com/office/drawing/2014/main" id="{83C71430-B93E-B151-C1BB-4677EAAD882C}"/>
              </a:ext>
            </a:extLst>
          </p:cNvPr>
          <p:cNvSpPr txBox="1"/>
          <p:nvPr/>
        </p:nvSpPr>
        <p:spPr>
          <a:xfrm>
            <a:off x="82793" y="3457496"/>
            <a:ext cx="278187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Dirige a anterior sección de alarmas</a:t>
            </a:r>
            <a:endParaRPr lang="es-MX" sz="1200" noProof="0" dirty="0"/>
          </a:p>
        </p:txBody>
      </p:sp>
      <p:sp>
        <p:nvSpPr>
          <p:cNvPr id="11" name="CuadroTexto 11">
            <a:extLst>
              <a:ext uri="{FF2B5EF4-FFF2-40B4-BE49-F238E27FC236}">
                <a16:creationId xmlns:a16="http://schemas.microsoft.com/office/drawing/2014/main" id="{0FC407AA-D6B8-72B4-9187-EF0107777AC0}"/>
              </a:ext>
            </a:extLst>
          </p:cNvPr>
          <p:cNvSpPr txBox="1"/>
          <p:nvPr/>
        </p:nvSpPr>
        <p:spPr>
          <a:xfrm>
            <a:off x="82793" y="4126094"/>
            <a:ext cx="278187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Dirige a siguiente sección de alarmas</a:t>
            </a:r>
            <a:endParaRPr lang="es-MX" sz="1200" noProof="0" dirty="0"/>
          </a:p>
        </p:txBody>
      </p:sp>
      <p:cxnSp>
        <p:nvCxnSpPr>
          <p:cNvPr id="14" name="Conector recto de flecha 28">
            <a:extLst>
              <a:ext uri="{FF2B5EF4-FFF2-40B4-BE49-F238E27FC236}">
                <a16:creationId xmlns:a16="http://schemas.microsoft.com/office/drawing/2014/main" id="{BBCE2295-DD76-D60C-8B36-360C78E0ACE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864670" y="4356927"/>
            <a:ext cx="1384695" cy="8678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28">
            <a:extLst>
              <a:ext uri="{FF2B5EF4-FFF2-40B4-BE49-F238E27FC236}">
                <a16:creationId xmlns:a16="http://schemas.microsoft.com/office/drawing/2014/main" id="{9187A3DA-E7D9-414B-5CD3-5C2A2907C9C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864670" y="3688329"/>
            <a:ext cx="2125852" cy="15156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11">
            <a:extLst>
              <a:ext uri="{FF2B5EF4-FFF2-40B4-BE49-F238E27FC236}">
                <a16:creationId xmlns:a16="http://schemas.microsoft.com/office/drawing/2014/main" id="{B53FA6AF-5FFC-EAB5-0306-2C68D43751CA}"/>
              </a:ext>
            </a:extLst>
          </p:cNvPr>
          <p:cNvSpPr txBox="1"/>
          <p:nvPr/>
        </p:nvSpPr>
        <p:spPr>
          <a:xfrm>
            <a:off x="9597189" y="2686616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Envía a pantalla de historial de alarmas</a:t>
            </a:r>
            <a:endParaRPr lang="es-MX" sz="1200" noProof="0" dirty="0"/>
          </a:p>
        </p:txBody>
      </p:sp>
      <p:cxnSp>
        <p:nvCxnSpPr>
          <p:cNvPr id="24" name="Conector recto de flecha 12">
            <a:extLst>
              <a:ext uri="{FF2B5EF4-FFF2-40B4-BE49-F238E27FC236}">
                <a16:creationId xmlns:a16="http://schemas.microsoft.com/office/drawing/2014/main" id="{BCD840A4-FE8E-00A5-A219-093A186E817E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7334250" y="3009782"/>
            <a:ext cx="2262939" cy="240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11">
            <a:extLst>
              <a:ext uri="{FF2B5EF4-FFF2-40B4-BE49-F238E27FC236}">
                <a16:creationId xmlns:a16="http://schemas.microsoft.com/office/drawing/2014/main" id="{2A7C29A2-7FAB-FD2D-39B7-CAADE2A4A11E}"/>
              </a:ext>
            </a:extLst>
          </p:cNvPr>
          <p:cNvSpPr txBox="1"/>
          <p:nvPr/>
        </p:nvSpPr>
        <p:spPr>
          <a:xfrm>
            <a:off x="9597189" y="3501430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Cierra pantalla de alarmas y envía a pantalla anterior</a:t>
            </a:r>
            <a:endParaRPr lang="es-MX" sz="1200" noProof="0" dirty="0"/>
          </a:p>
        </p:txBody>
      </p:sp>
      <p:cxnSp>
        <p:nvCxnSpPr>
          <p:cNvPr id="41" name="Conector recto de flecha 12">
            <a:extLst>
              <a:ext uri="{FF2B5EF4-FFF2-40B4-BE49-F238E27FC236}">
                <a16:creationId xmlns:a16="http://schemas.microsoft.com/office/drawing/2014/main" id="{F90D64A7-EE22-F0C6-EC13-CC6D708649A9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8191500" y="3824596"/>
            <a:ext cx="1405689" cy="15938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11">
            <a:extLst>
              <a:ext uri="{FF2B5EF4-FFF2-40B4-BE49-F238E27FC236}">
                <a16:creationId xmlns:a16="http://schemas.microsoft.com/office/drawing/2014/main" id="{83A8F8D3-8762-8719-F373-ECEC98AA45A4}"/>
              </a:ext>
            </a:extLst>
          </p:cNvPr>
          <p:cNvSpPr txBox="1"/>
          <p:nvPr/>
        </p:nvSpPr>
        <p:spPr>
          <a:xfrm>
            <a:off x="9597188" y="4316244"/>
            <a:ext cx="219090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Reconocimiento de fallas</a:t>
            </a:r>
            <a:endParaRPr lang="es-MX" sz="1200" noProof="0" dirty="0"/>
          </a:p>
        </p:txBody>
      </p:sp>
      <p:cxnSp>
        <p:nvCxnSpPr>
          <p:cNvPr id="46" name="Conector recto de flecha 12">
            <a:extLst>
              <a:ext uri="{FF2B5EF4-FFF2-40B4-BE49-F238E27FC236}">
                <a16:creationId xmlns:a16="http://schemas.microsoft.com/office/drawing/2014/main" id="{81E1C8B1-3A3E-3D6A-0D15-5A457B66241D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8894344" y="4547077"/>
            <a:ext cx="702844" cy="8713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11">
            <a:extLst>
              <a:ext uri="{FF2B5EF4-FFF2-40B4-BE49-F238E27FC236}">
                <a16:creationId xmlns:a16="http://schemas.microsoft.com/office/drawing/2014/main" id="{1FBCDFC0-0E6A-6F9A-4D0A-6F90BBBFCF1B}"/>
              </a:ext>
            </a:extLst>
          </p:cNvPr>
          <p:cNvSpPr txBox="1"/>
          <p:nvPr/>
        </p:nvSpPr>
        <p:spPr>
          <a:xfrm>
            <a:off x="926004" y="5396668"/>
            <a:ext cx="193866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Reconocer alarma</a:t>
            </a:r>
          </a:p>
        </p:txBody>
      </p:sp>
      <p:cxnSp>
        <p:nvCxnSpPr>
          <p:cNvPr id="6" name="Conector recto de flecha 12">
            <a:extLst>
              <a:ext uri="{FF2B5EF4-FFF2-40B4-BE49-F238E27FC236}">
                <a16:creationId xmlns:a16="http://schemas.microsoft.com/office/drawing/2014/main" id="{2E81039F-3AEB-C7B0-C95D-1E5A39E9295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864670" y="5328216"/>
            <a:ext cx="2886290" cy="2992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1">
            <a:extLst>
              <a:ext uri="{FF2B5EF4-FFF2-40B4-BE49-F238E27FC236}">
                <a16:creationId xmlns:a16="http://schemas.microsoft.com/office/drawing/2014/main" id="{8033587D-ACA3-BC10-CEB7-945EE5D6C1BA}"/>
              </a:ext>
            </a:extLst>
          </p:cNvPr>
          <p:cNvSpPr txBox="1"/>
          <p:nvPr/>
        </p:nvSpPr>
        <p:spPr>
          <a:xfrm>
            <a:off x="926004" y="6073408"/>
            <a:ext cx="193866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Reconocer alarmas</a:t>
            </a:r>
          </a:p>
        </p:txBody>
      </p:sp>
      <p:cxnSp>
        <p:nvCxnSpPr>
          <p:cNvPr id="17" name="Conector recto de flecha 12">
            <a:extLst>
              <a:ext uri="{FF2B5EF4-FFF2-40B4-BE49-F238E27FC236}">
                <a16:creationId xmlns:a16="http://schemas.microsoft.com/office/drawing/2014/main" id="{F351D407-CFAF-6DAF-9364-58267BA6351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864670" y="5627501"/>
            <a:ext cx="2765261" cy="6767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11">
            <a:extLst>
              <a:ext uri="{FF2B5EF4-FFF2-40B4-BE49-F238E27FC236}">
                <a16:creationId xmlns:a16="http://schemas.microsoft.com/office/drawing/2014/main" id="{B0AA5BE7-E85C-1344-A192-1DA22D73F818}"/>
              </a:ext>
            </a:extLst>
          </p:cNvPr>
          <p:cNvSpPr txBox="1"/>
          <p:nvPr/>
        </p:nvSpPr>
        <p:spPr>
          <a:xfrm>
            <a:off x="9597188" y="4910579"/>
            <a:ext cx="219090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Borrar Alarma</a:t>
            </a:r>
            <a:endParaRPr lang="es-MX" sz="1200" noProof="0" dirty="0"/>
          </a:p>
        </p:txBody>
      </p:sp>
      <p:sp>
        <p:nvSpPr>
          <p:cNvPr id="26" name="CuadroTexto 11">
            <a:extLst>
              <a:ext uri="{FF2B5EF4-FFF2-40B4-BE49-F238E27FC236}">
                <a16:creationId xmlns:a16="http://schemas.microsoft.com/office/drawing/2014/main" id="{460FC9E2-37E1-A6C9-2DC3-8D405F2F2F42}"/>
              </a:ext>
            </a:extLst>
          </p:cNvPr>
          <p:cNvSpPr txBox="1"/>
          <p:nvPr/>
        </p:nvSpPr>
        <p:spPr>
          <a:xfrm>
            <a:off x="9597187" y="5500390"/>
            <a:ext cx="219090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Borrar Alarmas</a:t>
            </a:r>
            <a:endParaRPr lang="es-MX" sz="1200" noProof="0" dirty="0"/>
          </a:p>
        </p:txBody>
      </p:sp>
      <p:cxnSp>
        <p:nvCxnSpPr>
          <p:cNvPr id="27" name="Conector recto de flecha 12">
            <a:extLst>
              <a:ext uri="{FF2B5EF4-FFF2-40B4-BE49-F238E27FC236}">
                <a16:creationId xmlns:a16="http://schemas.microsoft.com/office/drawing/2014/main" id="{8608DD2F-3C6B-13D7-B25E-542CAE2903E3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6960849" y="5141412"/>
            <a:ext cx="2636339" cy="2769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12">
            <a:extLst>
              <a:ext uri="{FF2B5EF4-FFF2-40B4-BE49-F238E27FC236}">
                <a16:creationId xmlns:a16="http://schemas.microsoft.com/office/drawing/2014/main" id="{D7793CD5-78F3-4999-3956-71880FE423A8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7124700" y="5649236"/>
            <a:ext cx="2472487" cy="819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739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F87E-AE32-429A-043D-04EE5338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320CE9-1103-032F-2A61-4700F3950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123" y="1690688"/>
            <a:ext cx="5418411" cy="404056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D41872B-2D56-CD4B-13E6-302AAADF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Manual de </a:t>
            </a:r>
            <a:r>
              <a:rPr lang="es-MX" noProof="0" dirty="0" err="1"/>
              <a:t>Conveyor</a:t>
            </a:r>
            <a:endParaRPr lang="es-MX" noProof="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1FD0D6E-44C2-DC8E-ECA3-7552CFB66C7B}"/>
              </a:ext>
            </a:extLst>
          </p:cNvPr>
          <p:cNvSpPr txBox="1"/>
          <p:nvPr/>
        </p:nvSpPr>
        <p:spPr>
          <a:xfrm>
            <a:off x="183192" y="2148035"/>
            <a:ext cx="278187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Posición actual del </a:t>
            </a:r>
            <a:r>
              <a:rPr lang="es-MX" sz="1200" noProof="0" dirty="0" err="1"/>
              <a:t>conveyor</a:t>
            </a:r>
            <a:endParaRPr lang="es-MX" sz="1200" noProof="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283E14E-E28E-2A0E-DEDE-B0418A772B6B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965070" y="2378868"/>
            <a:ext cx="370259" cy="3168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11">
            <a:extLst>
              <a:ext uri="{FF2B5EF4-FFF2-40B4-BE49-F238E27FC236}">
                <a16:creationId xmlns:a16="http://schemas.microsoft.com/office/drawing/2014/main" id="{A3935DB9-292B-D554-EC36-905A6DE88392}"/>
              </a:ext>
            </a:extLst>
          </p:cNvPr>
          <p:cNvSpPr txBox="1"/>
          <p:nvPr/>
        </p:nvSpPr>
        <p:spPr>
          <a:xfrm>
            <a:off x="183193" y="2782095"/>
            <a:ext cx="278187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Estatus del </a:t>
            </a:r>
            <a:r>
              <a:rPr lang="es-MX" sz="1200" noProof="0" dirty="0" err="1"/>
              <a:t>conveyor</a:t>
            </a:r>
            <a:endParaRPr lang="es-MX" sz="1200" noProof="0" dirty="0"/>
          </a:p>
        </p:txBody>
      </p:sp>
      <p:cxnSp>
        <p:nvCxnSpPr>
          <p:cNvPr id="19" name="Conector recto de flecha 28">
            <a:extLst>
              <a:ext uri="{FF2B5EF4-FFF2-40B4-BE49-F238E27FC236}">
                <a16:creationId xmlns:a16="http://schemas.microsoft.com/office/drawing/2014/main" id="{155314E4-5C68-4999-E565-82967C3970B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951239" y="1737208"/>
            <a:ext cx="1619630" cy="956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11">
            <a:extLst>
              <a:ext uri="{FF2B5EF4-FFF2-40B4-BE49-F238E27FC236}">
                <a16:creationId xmlns:a16="http://schemas.microsoft.com/office/drawing/2014/main" id="{A68F6A31-6257-416A-0EAF-3B6E0DB3E73F}"/>
              </a:ext>
            </a:extLst>
          </p:cNvPr>
          <p:cNvSpPr txBox="1"/>
          <p:nvPr/>
        </p:nvSpPr>
        <p:spPr>
          <a:xfrm>
            <a:off x="9448074" y="1658802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Guarda posición actual a posición de home</a:t>
            </a:r>
            <a:endParaRPr lang="es-MX" sz="1200" noProof="0" dirty="0"/>
          </a:p>
        </p:txBody>
      </p:sp>
      <p:cxnSp>
        <p:nvCxnSpPr>
          <p:cNvPr id="24" name="Conector recto de flecha 12">
            <a:extLst>
              <a:ext uri="{FF2B5EF4-FFF2-40B4-BE49-F238E27FC236}">
                <a16:creationId xmlns:a16="http://schemas.microsoft.com/office/drawing/2014/main" id="{BB4684EC-5D26-E86A-790B-A6DD34DBE064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667500" y="1981968"/>
            <a:ext cx="2780574" cy="7589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11">
            <a:extLst>
              <a:ext uri="{FF2B5EF4-FFF2-40B4-BE49-F238E27FC236}">
                <a16:creationId xmlns:a16="http://schemas.microsoft.com/office/drawing/2014/main" id="{404976C4-8B0B-6DC1-8B89-B0938F590E5A}"/>
              </a:ext>
            </a:extLst>
          </p:cNvPr>
          <p:cNvSpPr txBox="1"/>
          <p:nvPr/>
        </p:nvSpPr>
        <p:spPr>
          <a:xfrm>
            <a:off x="183192" y="3462676"/>
            <a:ext cx="278187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Mueve el </a:t>
            </a:r>
            <a:r>
              <a:rPr lang="es-MX" sz="1200" dirty="0" err="1"/>
              <a:t>conveyor</a:t>
            </a:r>
            <a:r>
              <a:rPr lang="es-MX" sz="1200" dirty="0"/>
              <a:t> en sentido positivo</a:t>
            </a:r>
            <a:endParaRPr lang="es-MX" sz="1200" noProof="0" dirty="0"/>
          </a:p>
        </p:txBody>
      </p:sp>
      <p:cxnSp>
        <p:nvCxnSpPr>
          <p:cNvPr id="41" name="Conector recto de flecha 12">
            <a:extLst>
              <a:ext uri="{FF2B5EF4-FFF2-40B4-BE49-F238E27FC236}">
                <a16:creationId xmlns:a16="http://schemas.microsoft.com/office/drawing/2014/main" id="{4EE379C1-AE53-13DE-4658-DCA944CA6DEF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2965069" y="3354426"/>
            <a:ext cx="3130931" cy="9731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11">
            <a:extLst>
              <a:ext uri="{FF2B5EF4-FFF2-40B4-BE49-F238E27FC236}">
                <a16:creationId xmlns:a16="http://schemas.microsoft.com/office/drawing/2014/main" id="{0E9C1642-0734-A388-F244-4F120B68CBFF}"/>
              </a:ext>
            </a:extLst>
          </p:cNvPr>
          <p:cNvSpPr txBox="1"/>
          <p:nvPr/>
        </p:nvSpPr>
        <p:spPr>
          <a:xfrm>
            <a:off x="9447107" y="4011344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Habilita servomotor del </a:t>
            </a:r>
            <a:r>
              <a:rPr lang="es-MX" sz="1200" dirty="0" err="1"/>
              <a:t>conveyor</a:t>
            </a:r>
            <a:endParaRPr lang="es-MX" sz="1200" noProof="0" dirty="0"/>
          </a:p>
        </p:txBody>
      </p:sp>
      <p:cxnSp>
        <p:nvCxnSpPr>
          <p:cNvPr id="46" name="Conector recto de flecha 12">
            <a:extLst>
              <a:ext uri="{FF2B5EF4-FFF2-40B4-BE49-F238E27FC236}">
                <a16:creationId xmlns:a16="http://schemas.microsoft.com/office/drawing/2014/main" id="{EBD06F91-909E-3373-4462-D0411432AC71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6667500" y="3815397"/>
            <a:ext cx="2779607" cy="5191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11">
            <a:extLst>
              <a:ext uri="{FF2B5EF4-FFF2-40B4-BE49-F238E27FC236}">
                <a16:creationId xmlns:a16="http://schemas.microsoft.com/office/drawing/2014/main" id="{855DB469-68E4-A38E-3B19-8F7FD61C783F}"/>
              </a:ext>
            </a:extLst>
          </p:cNvPr>
          <p:cNvSpPr txBox="1"/>
          <p:nvPr/>
        </p:nvSpPr>
        <p:spPr>
          <a:xfrm>
            <a:off x="9444579" y="4770776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Reinicia controlador del servomotor</a:t>
            </a:r>
            <a:endParaRPr lang="es-MX" sz="1200" noProof="0" dirty="0"/>
          </a:p>
        </p:txBody>
      </p:sp>
      <p:sp>
        <p:nvSpPr>
          <p:cNvPr id="26" name="CuadroTexto 11">
            <a:extLst>
              <a:ext uri="{FF2B5EF4-FFF2-40B4-BE49-F238E27FC236}">
                <a16:creationId xmlns:a16="http://schemas.microsoft.com/office/drawing/2014/main" id="{ED943FB9-AA77-F26A-BC14-80BF08B06041}"/>
              </a:ext>
            </a:extLst>
          </p:cNvPr>
          <p:cNvSpPr txBox="1"/>
          <p:nvPr/>
        </p:nvSpPr>
        <p:spPr>
          <a:xfrm>
            <a:off x="9444579" y="5499286"/>
            <a:ext cx="219090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Deshabilita servomotor</a:t>
            </a:r>
            <a:endParaRPr lang="es-MX" sz="1200" noProof="0" dirty="0"/>
          </a:p>
        </p:txBody>
      </p:sp>
      <p:cxnSp>
        <p:nvCxnSpPr>
          <p:cNvPr id="27" name="Conector recto de flecha 12">
            <a:extLst>
              <a:ext uri="{FF2B5EF4-FFF2-40B4-BE49-F238E27FC236}">
                <a16:creationId xmlns:a16="http://schemas.microsoft.com/office/drawing/2014/main" id="{2D74CD0F-1A2D-A754-08D4-55601ED0190F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5664201" y="3885901"/>
            <a:ext cx="3780378" cy="12080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12">
            <a:extLst>
              <a:ext uri="{FF2B5EF4-FFF2-40B4-BE49-F238E27FC236}">
                <a16:creationId xmlns:a16="http://schemas.microsoft.com/office/drawing/2014/main" id="{93D873E3-AC09-530B-5372-E6C5DA3B8CD1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5880100" y="4299640"/>
            <a:ext cx="3564479" cy="14304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27">
            <a:extLst>
              <a:ext uri="{FF2B5EF4-FFF2-40B4-BE49-F238E27FC236}">
                <a16:creationId xmlns:a16="http://schemas.microsoft.com/office/drawing/2014/main" id="{97813AE0-F9C2-685C-8D49-7BD0A7B88687}"/>
              </a:ext>
            </a:extLst>
          </p:cNvPr>
          <p:cNvSpPr txBox="1"/>
          <p:nvPr/>
        </p:nvSpPr>
        <p:spPr>
          <a:xfrm>
            <a:off x="169361" y="1506375"/>
            <a:ext cx="278187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dirty="0"/>
              <a:t>Velocidad actual del </a:t>
            </a:r>
            <a:r>
              <a:rPr lang="es-MX" sz="1200" dirty="0" err="1"/>
              <a:t>conveyor</a:t>
            </a:r>
            <a:endParaRPr lang="es-MX" sz="1200" noProof="0" dirty="0"/>
          </a:p>
        </p:txBody>
      </p:sp>
      <p:cxnSp>
        <p:nvCxnSpPr>
          <p:cNvPr id="20" name="Conector recto de flecha 28">
            <a:extLst>
              <a:ext uri="{FF2B5EF4-FFF2-40B4-BE49-F238E27FC236}">
                <a16:creationId xmlns:a16="http://schemas.microsoft.com/office/drawing/2014/main" id="{2BFB4853-9C7B-CE57-A83E-FDC5CB95586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65070" y="3012928"/>
            <a:ext cx="2948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C9ACDA1-D43C-9D43-9D95-02B45A75D5B3}"/>
              </a:ext>
            </a:extLst>
          </p:cNvPr>
          <p:cNvSpPr/>
          <p:nvPr/>
        </p:nvSpPr>
        <p:spPr>
          <a:xfrm>
            <a:off x="3213429" y="3012928"/>
            <a:ext cx="1764972" cy="9346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5" name="CuadroTexto 27">
            <a:extLst>
              <a:ext uri="{FF2B5EF4-FFF2-40B4-BE49-F238E27FC236}">
                <a16:creationId xmlns:a16="http://schemas.microsoft.com/office/drawing/2014/main" id="{3303F16F-BA97-1411-19C4-BEAE6A7A641F}"/>
              </a:ext>
            </a:extLst>
          </p:cNvPr>
          <p:cNvSpPr txBox="1"/>
          <p:nvPr/>
        </p:nvSpPr>
        <p:spPr>
          <a:xfrm>
            <a:off x="9465786" y="894853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dirty="0"/>
              <a:t>Velocidad del movimiento manual del </a:t>
            </a:r>
            <a:r>
              <a:rPr lang="es-MX" sz="1200" dirty="0" err="1"/>
              <a:t>conveyor</a:t>
            </a:r>
            <a:endParaRPr lang="es-MX" sz="1200" noProof="0" dirty="0"/>
          </a:p>
        </p:txBody>
      </p:sp>
      <p:cxnSp>
        <p:nvCxnSpPr>
          <p:cNvPr id="36" name="Conector recto de flecha 12">
            <a:extLst>
              <a:ext uri="{FF2B5EF4-FFF2-40B4-BE49-F238E27FC236}">
                <a16:creationId xmlns:a16="http://schemas.microsoft.com/office/drawing/2014/main" id="{694A10CB-6F80-7B04-6F37-6F175DDDA8F1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5740400" y="1218019"/>
            <a:ext cx="3725386" cy="15229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11">
            <a:extLst>
              <a:ext uri="{FF2B5EF4-FFF2-40B4-BE49-F238E27FC236}">
                <a16:creationId xmlns:a16="http://schemas.microsoft.com/office/drawing/2014/main" id="{9CE7A252-0B5C-5EF3-7684-BFDD7A8680D3}"/>
              </a:ext>
            </a:extLst>
          </p:cNvPr>
          <p:cNvSpPr txBox="1"/>
          <p:nvPr/>
        </p:nvSpPr>
        <p:spPr>
          <a:xfrm>
            <a:off x="183192" y="4096736"/>
            <a:ext cx="278187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Mueve el </a:t>
            </a:r>
            <a:r>
              <a:rPr lang="es-MX" sz="1200" dirty="0" err="1"/>
              <a:t>conveyor</a:t>
            </a:r>
            <a:r>
              <a:rPr lang="es-MX" sz="1200" dirty="0"/>
              <a:t> en sentido negativo</a:t>
            </a:r>
            <a:endParaRPr lang="es-MX" sz="1200" noProof="0" dirty="0"/>
          </a:p>
        </p:txBody>
      </p:sp>
      <p:cxnSp>
        <p:nvCxnSpPr>
          <p:cNvPr id="48" name="Conector recto de flecha 12">
            <a:extLst>
              <a:ext uri="{FF2B5EF4-FFF2-40B4-BE49-F238E27FC236}">
                <a16:creationId xmlns:a16="http://schemas.microsoft.com/office/drawing/2014/main" id="{68872F8E-5903-410D-435F-A02FC5EEAC2E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2965069" y="3290281"/>
            <a:ext cx="2229231" cy="4032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11">
            <a:extLst>
              <a:ext uri="{FF2B5EF4-FFF2-40B4-BE49-F238E27FC236}">
                <a16:creationId xmlns:a16="http://schemas.microsoft.com/office/drawing/2014/main" id="{67A4960F-D918-8AF3-3192-C0F2CB6F88AB}"/>
              </a:ext>
            </a:extLst>
          </p:cNvPr>
          <p:cNvSpPr txBox="1"/>
          <p:nvPr/>
        </p:nvSpPr>
        <p:spPr>
          <a:xfrm>
            <a:off x="9437683" y="2473630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Campo numérico:</a:t>
            </a:r>
          </a:p>
          <a:p>
            <a:r>
              <a:rPr lang="es-MX" sz="1200" dirty="0"/>
              <a:t>Selecciona movimiento a realizar</a:t>
            </a:r>
            <a:endParaRPr lang="es-MX" sz="1200" noProof="0" dirty="0"/>
          </a:p>
        </p:txBody>
      </p:sp>
      <p:cxnSp>
        <p:nvCxnSpPr>
          <p:cNvPr id="34" name="Conector recto de flecha 12">
            <a:extLst>
              <a:ext uri="{FF2B5EF4-FFF2-40B4-BE49-F238E27FC236}">
                <a16:creationId xmlns:a16="http://schemas.microsoft.com/office/drawing/2014/main" id="{3C9D9A00-13D3-EA10-84BF-7E807BCC2A40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7924536" y="2796796"/>
            <a:ext cx="1513147" cy="4022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11">
            <a:extLst>
              <a:ext uri="{FF2B5EF4-FFF2-40B4-BE49-F238E27FC236}">
                <a16:creationId xmlns:a16="http://schemas.microsoft.com/office/drawing/2014/main" id="{BB1DCB4A-4BB4-2FB4-18EE-A4598B8F4237}"/>
              </a:ext>
            </a:extLst>
          </p:cNvPr>
          <p:cNvSpPr txBox="1"/>
          <p:nvPr/>
        </p:nvSpPr>
        <p:spPr>
          <a:xfrm>
            <a:off x="9444579" y="3235934"/>
            <a:ext cx="219090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dirty="0"/>
              <a:t>Mueve </a:t>
            </a:r>
            <a:r>
              <a:rPr lang="es-MX" sz="1200" dirty="0" err="1"/>
              <a:t>conveyor</a:t>
            </a:r>
            <a:r>
              <a:rPr lang="es-MX" sz="1200" dirty="0"/>
              <a:t> a posición seleccionada</a:t>
            </a:r>
            <a:endParaRPr lang="es-MX" sz="1200" noProof="0" dirty="0"/>
          </a:p>
        </p:txBody>
      </p:sp>
      <p:cxnSp>
        <p:nvCxnSpPr>
          <p:cNvPr id="39" name="Conector recto de flecha 12">
            <a:extLst>
              <a:ext uri="{FF2B5EF4-FFF2-40B4-BE49-F238E27FC236}">
                <a16:creationId xmlns:a16="http://schemas.microsoft.com/office/drawing/2014/main" id="{6260B47A-703E-382C-CC89-7FF5FB1A6186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7976177" y="3559100"/>
            <a:ext cx="1468402" cy="112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884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D623B-200C-865F-DD97-FD176F4B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41EB2-31ED-83C9-DC20-119A0A47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Robot Epson #1 (Módulo 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F4CF1-057A-9BED-7056-565ED36E8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25" y="1881189"/>
            <a:ext cx="5728773" cy="4272002"/>
          </a:xfrm>
          <a:prstGeom prst="rect">
            <a:avLst/>
          </a:prstGeom>
        </p:spPr>
      </p:pic>
      <p:cxnSp>
        <p:nvCxnSpPr>
          <p:cNvPr id="3" name="Conector recto de flecha 28">
            <a:extLst>
              <a:ext uri="{FF2B5EF4-FFF2-40B4-BE49-F238E27FC236}">
                <a16:creationId xmlns:a16="http://schemas.microsoft.com/office/drawing/2014/main" id="{F56C34D4-7B37-C171-762F-50159F9487F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99970" y="1789221"/>
            <a:ext cx="792608" cy="8163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27">
            <a:extLst>
              <a:ext uri="{FF2B5EF4-FFF2-40B4-BE49-F238E27FC236}">
                <a16:creationId xmlns:a16="http://schemas.microsoft.com/office/drawing/2014/main" id="{8F47276C-E066-A6EE-60D6-2CE630CECDC3}"/>
              </a:ext>
            </a:extLst>
          </p:cNvPr>
          <p:cNvSpPr txBox="1"/>
          <p:nvPr/>
        </p:nvSpPr>
        <p:spPr>
          <a:xfrm>
            <a:off x="1498600" y="1558388"/>
            <a:ext cx="13013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dirty="0"/>
              <a:t>Status del Robot</a:t>
            </a:r>
            <a:endParaRPr lang="es-MX" sz="12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67D8A7-65DB-2AEE-FE0D-3E3265F4D43B}"/>
              </a:ext>
            </a:extLst>
          </p:cNvPr>
          <p:cNvSpPr/>
          <p:nvPr/>
        </p:nvSpPr>
        <p:spPr>
          <a:xfrm>
            <a:off x="3463540" y="2499668"/>
            <a:ext cx="1489460" cy="92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CuadroTexto 27">
            <a:extLst>
              <a:ext uri="{FF2B5EF4-FFF2-40B4-BE49-F238E27FC236}">
                <a16:creationId xmlns:a16="http://schemas.microsoft.com/office/drawing/2014/main" id="{8C89B50A-ED35-6476-49DA-BE28011C2DF2}"/>
              </a:ext>
            </a:extLst>
          </p:cNvPr>
          <p:cNvSpPr txBox="1"/>
          <p:nvPr/>
        </p:nvSpPr>
        <p:spPr>
          <a:xfrm>
            <a:off x="187515" y="2937876"/>
            <a:ext cx="262217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Campo numérico:</a:t>
            </a:r>
          </a:p>
          <a:p>
            <a:r>
              <a:rPr lang="es-MX" sz="1200" dirty="0"/>
              <a:t>Velocidad de sistema Deseada. Editable al iniciar sesión como usuario</a:t>
            </a:r>
            <a:endParaRPr lang="es-MX" sz="1200" noProof="0" dirty="0"/>
          </a:p>
        </p:txBody>
      </p:sp>
      <p:cxnSp>
        <p:nvCxnSpPr>
          <p:cNvPr id="11" name="Conector recto de flecha 28">
            <a:extLst>
              <a:ext uri="{FF2B5EF4-FFF2-40B4-BE49-F238E27FC236}">
                <a16:creationId xmlns:a16="http://schemas.microsoft.com/office/drawing/2014/main" id="{74E657CE-1E2A-DBA8-E317-A45E5195648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809685" y="3261042"/>
            <a:ext cx="1051115" cy="6439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27">
            <a:extLst>
              <a:ext uri="{FF2B5EF4-FFF2-40B4-BE49-F238E27FC236}">
                <a16:creationId xmlns:a16="http://schemas.microsoft.com/office/drawing/2014/main" id="{6B598F09-AB33-1BC0-B970-EB2030089527}"/>
              </a:ext>
            </a:extLst>
          </p:cNvPr>
          <p:cNvSpPr txBox="1"/>
          <p:nvPr/>
        </p:nvSpPr>
        <p:spPr>
          <a:xfrm>
            <a:off x="187515" y="2312061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dirty="0"/>
              <a:t>Velocidad Actual del Robot</a:t>
            </a:r>
            <a:endParaRPr lang="es-MX" sz="1200" noProof="0" dirty="0"/>
          </a:p>
        </p:txBody>
      </p:sp>
      <p:cxnSp>
        <p:nvCxnSpPr>
          <p:cNvPr id="17" name="Conector recto de flecha 28">
            <a:extLst>
              <a:ext uri="{FF2B5EF4-FFF2-40B4-BE49-F238E27FC236}">
                <a16:creationId xmlns:a16="http://schemas.microsoft.com/office/drawing/2014/main" id="{C6CAFFB9-C76E-0CBE-99C6-D7CE52E3A9D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809685" y="2542894"/>
            <a:ext cx="1673221" cy="12428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7">
            <a:extLst>
              <a:ext uri="{FF2B5EF4-FFF2-40B4-BE49-F238E27FC236}">
                <a16:creationId xmlns:a16="http://schemas.microsoft.com/office/drawing/2014/main" id="{9CBEA5DD-7405-6277-192E-643CCE701394}"/>
              </a:ext>
            </a:extLst>
          </p:cNvPr>
          <p:cNvSpPr txBox="1"/>
          <p:nvPr/>
        </p:nvSpPr>
        <p:spPr>
          <a:xfrm>
            <a:off x="187515" y="3735473"/>
            <a:ext cx="262217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Ajusta la velocidad general del robot a la requerida</a:t>
            </a:r>
          </a:p>
        </p:txBody>
      </p:sp>
      <p:cxnSp>
        <p:nvCxnSpPr>
          <p:cNvPr id="22" name="Conector recto de flecha 28">
            <a:extLst>
              <a:ext uri="{FF2B5EF4-FFF2-40B4-BE49-F238E27FC236}">
                <a16:creationId xmlns:a16="http://schemas.microsoft.com/office/drawing/2014/main" id="{60A14508-1628-0347-03E5-525C431642BF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809685" y="4058639"/>
            <a:ext cx="891458" cy="4660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27">
            <a:extLst>
              <a:ext uri="{FF2B5EF4-FFF2-40B4-BE49-F238E27FC236}">
                <a16:creationId xmlns:a16="http://schemas.microsoft.com/office/drawing/2014/main" id="{6A4D0D44-D6F9-A4FD-D9C2-4C2A7AF9D50A}"/>
              </a:ext>
            </a:extLst>
          </p:cNvPr>
          <p:cNvSpPr txBox="1"/>
          <p:nvPr/>
        </p:nvSpPr>
        <p:spPr>
          <a:xfrm>
            <a:off x="187515" y="4515836"/>
            <a:ext cx="2622170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Aborta tareas de robot. Útil cuando desea ingresar a la aplicación del ordenador</a:t>
            </a:r>
          </a:p>
        </p:txBody>
      </p:sp>
      <p:cxnSp>
        <p:nvCxnSpPr>
          <p:cNvPr id="33" name="Conector recto de flecha 28">
            <a:extLst>
              <a:ext uri="{FF2B5EF4-FFF2-40B4-BE49-F238E27FC236}">
                <a16:creationId xmlns:a16="http://schemas.microsoft.com/office/drawing/2014/main" id="{F057EE1D-BF16-9ADE-8782-996A6D3FBE3E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809685" y="4931335"/>
            <a:ext cx="891458" cy="1232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27">
            <a:extLst>
              <a:ext uri="{FF2B5EF4-FFF2-40B4-BE49-F238E27FC236}">
                <a16:creationId xmlns:a16="http://schemas.microsoft.com/office/drawing/2014/main" id="{C8964D56-47ED-0EC1-449A-4ED684EE3E1C}"/>
              </a:ext>
            </a:extLst>
          </p:cNvPr>
          <p:cNvSpPr txBox="1"/>
          <p:nvPr/>
        </p:nvSpPr>
        <p:spPr>
          <a:xfrm>
            <a:off x="200432" y="5480284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Libera todos los ejes del robot</a:t>
            </a:r>
          </a:p>
        </p:txBody>
      </p:sp>
      <p:cxnSp>
        <p:nvCxnSpPr>
          <p:cNvPr id="36" name="Conector recto de flecha 28">
            <a:extLst>
              <a:ext uri="{FF2B5EF4-FFF2-40B4-BE49-F238E27FC236}">
                <a16:creationId xmlns:a16="http://schemas.microsoft.com/office/drawing/2014/main" id="{D1AB0C78-F69E-251F-5FC1-6C17DE14E009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2822602" y="5270979"/>
            <a:ext cx="1660304" cy="4401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27">
            <a:extLst>
              <a:ext uri="{FF2B5EF4-FFF2-40B4-BE49-F238E27FC236}">
                <a16:creationId xmlns:a16="http://schemas.microsoft.com/office/drawing/2014/main" id="{776EB8DE-EABA-8715-C3C0-72D2598B9B61}"/>
              </a:ext>
            </a:extLst>
          </p:cNvPr>
          <p:cNvSpPr txBox="1"/>
          <p:nvPr/>
        </p:nvSpPr>
        <p:spPr>
          <a:xfrm>
            <a:off x="200432" y="6085669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Energiza todos los ejes del robot</a:t>
            </a:r>
          </a:p>
        </p:txBody>
      </p:sp>
      <p:cxnSp>
        <p:nvCxnSpPr>
          <p:cNvPr id="40" name="Conector recto de flecha 28">
            <a:extLst>
              <a:ext uri="{FF2B5EF4-FFF2-40B4-BE49-F238E27FC236}">
                <a16:creationId xmlns:a16="http://schemas.microsoft.com/office/drawing/2014/main" id="{965116FB-89C2-F574-047A-21DF29AF0D74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2822602" y="5314521"/>
            <a:ext cx="2518655" cy="10019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27">
            <a:extLst>
              <a:ext uri="{FF2B5EF4-FFF2-40B4-BE49-F238E27FC236}">
                <a16:creationId xmlns:a16="http://schemas.microsoft.com/office/drawing/2014/main" id="{7F23FF8C-FDB6-4D1B-1603-D1FE09392E26}"/>
              </a:ext>
            </a:extLst>
          </p:cNvPr>
          <p:cNvSpPr txBox="1"/>
          <p:nvPr/>
        </p:nvSpPr>
        <p:spPr>
          <a:xfrm>
            <a:off x="9382315" y="1582655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Botones de control:</a:t>
            </a:r>
          </a:p>
          <a:p>
            <a:r>
              <a:rPr lang="es-MX" sz="1200" dirty="0"/>
              <a:t>Controlan el estado del </a:t>
            </a:r>
            <a:r>
              <a:rPr lang="es-MX" sz="1200" dirty="0" err="1"/>
              <a:t>gripper</a:t>
            </a:r>
            <a:endParaRPr lang="es-MX" sz="1200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4259C1-0C25-C807-C158-A896B3EBBD3F}"/>
              </a:ext>
            </a:extLst>
          </p:cNvPr>
          <p:cNvSpPr/>
          <p:nvPr/>
        </p:nvSpPr>
        <p:spPr>
          <a:xfrm>
            <a:off x="5053013" y="3128963"/>
            <a:ext cx="752476" cy="11834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53" name="Conector recto de flecha 28">
            <a:extLst>
              <a:ext uri="{FF2B5EF4-FFF2-40B4-BE49-F238E27FC236}">
                <a16:creationId xmlns:a16="http://schemas.microsoft.com/office/drawing/2014/main" id="{44F7CD6C-E042-3DE0-1261-0484DBE8EA22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5341257" y="1813488"/>
            <a:ext cx="4041058" cy="13154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27">
            <a:extLst>
              <a:ext uri="{FF2B5EF4-FFF2-40B4-BE49-F238E27FC236}">
                <a16:creationId xmlns:a16="http://schemas.microsoft.com/office/drawing/2014/main" id="{9E49ABB7-853D-530B-A396-5F6A963BE3C4}"/>
              </a:ext>
            </a:extLst>
          </p:cNvPr>
          <p:cNvSpPr txBox="1"/>
          <p:nvPr/>
        </p:nvSpPr>
        <p:spPr>
          <a:xfrm>
            <a:off x="9382315" y="2268835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Selector de Posición del Robot</a:t>
            </a:r>
            <a:endParaRPr lang="es-MX" sz="1200" noProof="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87EFCF4-04F3-AD88-78B4-6E15BE464679}"/>
              </a:ext>
            </a:extLst>
          </p:cNvPr>
          <p:cNvSpPr/>
          <p:nvPr/>
        </p:nvSpPr>
        <p:spPr>
          <a:xfrm>
            <a:off x="5886450" y="3921920"/>
            <a:ext cx="3064782" cy="1207294"/>
          </a:xfrm>
          <a:custGeom>
            <a:avLst/>
            <a:gdLst>
              <a:gd name="csX0" fmla="*/ 0 w 2905125"/>
              <a:gd name="csY0" fmla="*/ 0 h 1162050"/>
              <a:gd name="csX1" fmla="*/ 0 w 2905125"/>
              <a:gd name="csY1" fmla="*/ 1162050 h 1162050"/>
              <a:gd name="csX2" fmla="*/ 1519238 w 2905125"/>
              <a:gd name="csY2" fmla="*/ 1152525 h 1162050"/>
              <a:gd name="csX3" fmla="*/ 1519238 w 2905125"/>
              <a:gd name="csY3" fmla="*/ 800100 h 1162050"/>
              <a:gd name="csX4" fmla="*/ 2905125 w 2905125"/>
              <a:gd name="csY4" fmla="*/ 800100 h 1162050"/>
              <a:gd name="csX5" fmla="*/ 2905125 w 2905125"/>
              <a:gd name="csY5" fmla="*/ 0 h 1162050"/>
              <a:gd name="csX6" fmla="*/ 0 w 2905125"/>
              <a:gd name="csY6" fmla="*/ 0 h 1162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05125" h="1162050">
                <a:moveTo>
                  <a:pt x="0" y="0"/>
                </a:moveTo>
                <a:lnTo>
                  <a:pt x="0" y="1162050"/>
                </a:lnTo>
                <a:lnTo>
                  <a:pt x="1519238" y="1152525"/>
                </a:lnTo>
                <a:lnTo>
                  <a:pt x="1519238" y="800100"/>
                </a:lnTo>
                <a:lnTo>
                  <a:pt x="2905125" y="800100"/>
                </a:lnTo>
                <a:lnTo>
                  <a:pt x="2905125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Conector recto de flecha 28">
            <a:extLst>
              <a:ext uri="{FF2B5EF4-FFF2-40B4-BE49-F238E27FC236}">
                <a16:creationId xmlns:a16="http://schemas.microsoft.com/office/drawing/2014/main" id="{0AA3367E-7D6B-D76C-BCF7-F00316E71EA9}"/>
              </a:ext>
            </a:extLst>
          </p:cNvPr>
          <p:cNvCxnSpPr>
            <a:cxnSpLocks/>
            <a:stCxn id="58" idx="1"/>
            <a:endCxn id="61" idx="5"/>
          </p:cNvCxnSpPr>
          <p:nvPr/>
        </p:nvCxnSpPr>
        <p:spPr>
          <a:xfrm flipH="1">
            <a:off x="8951232" y="2499668"/>
            <a:ext cx="431083" cy="14222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27">
            <a:extLst>
              <a:ext uri="{FF2B5EF4-FFF2-40B4-BE49-F238E27FC236}">
                <a16:creationId xmlns:a16="http://schemas.microsoft.com/office/drawing/2014/main" id="{31182B9B-0118-9792-54DD-8EF90EB2755F}"/>
              </a:ext>
            </a:extLst>
          </p:cNvPr>
          <p:cNvSpPr txBox="1"/>
          <p:nvPr/>
        </p:nvSpPr>
        <p:spPr>
          <a:xfrm>
            <a:off x="9382314" y="2920711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Reiniciar estado del Robot</a:t>
            </a:r>
            <a:endParaRPr lang="es-MX" sz="1200" noProof="0" dirty="0"/>
          </a:p>
        </p:txBody>
      </p:sp>
      <p:cxnSp>
        <p:nvCxnSpPr>
          <p:cNvPr id="67" name="Conector recto de flecha 28">
            <a:extLst>
              <a:ext uri="{FF2B5EF4-FFF2-40B4-BE49-F238E27FC236}">
                <a16:creationId xmlns:a16="http://schemas.microsoft.com/office/drawing/2014/main" id="{91DC215B-28EE-1F6D-C94B-F61245095DCB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5714810" y="3151544"/>
            <a:ext cx="3667504" cy="13694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27">
            <a:extLst>
              <a:ext uri="{FF2B5EF4-FFF2-40B4-BE49-F238E27FC236}">
                <a16:creationId xmlns:a16="http://schemas.microsoft.com/office/drawing/2014/main" id="{8BF6DA30-BB31-DDAC-AF28-E56BBC596A49}"/>
              </a:ext>
            </a:extLst>
          </p:cNvPr>
          <p:cNvSpPr txBox="1"/>
          <p:nvPr/>
        </p:nvSpPr>
        <p:spPr>
          <a:xfrm>
            <a:off x="9382314" y="3572901"/>
            <a:ext cx="2112999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dirty="0"/>
              <a:t>Realiza movimiento a través de una trayectoria en el eje Z segura para evitar colisiones</a:t>
            </a:r>
            <a:endParaRPr lang="es-MX" sz="1200" noProof="0" dirty="0"/>
          </a:p>
        </p:txBody>
      </p:sp>
      <p:cxnSp>
        <p:nvCxnSpPr>
          <p:cNvPr id="71" name="Conector recto de flecha 28">
            <a:extLst>
              <a:ext uri="{FF2B5EF4-FFF2-40B4-BE49-F238E27FC236}">
                <a16:creationId xmlns:a16="http://schemas.microsoft.com/office/drawing/2014/main" id="{585A2D32-6869-B3B1-4B52-10E04D53D3BF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8713573" y="3988400"/>
            <a:ext cx="668741" cy="9429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27">
            <a:extLst>
              <a:ext uri="{FF2B5EF4-FFF2-40B4-BE49-F238E27FC236}">
                <a16:creationId xmlns:a16="http://schemas.microsoft.com/office/drawing/2014/main" id="{7EA8B175-6076-EBD7-68C6-82DBA68E0C14}"/>
              </a:ext>
            </a:extLst>
          </p:cNvPr>
          <p:cNvSpPr txBox="1"/>
          <p:nvPr/>
        </p:nvSpPr>
        <p:spPr>
          <a:xfrm>
            <a:off x="9352215" y="6097049"/>
            <a:ext cx="214309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Limita/extiende el torque del robot</a:t>
            </a:r>
          </a:p>
        </p:txBody>
      </p:sp>
      <p:sp>
        <p:nvSpPr>
          <p:cNvPr id="78" name="CuadroTexto 27">
            <a:extLst>
              <a:ext uri="{FF2B5EF4-FFF2-40B4-BE49-F238E27FC236}">
                <a16:creationId xmlns:a16="http://schemas.microsoft.com/office/drawing/2014/main" id="{2E69422B-DD24-D2E7-533A-40FE9D85D626}"/>
              </a:ext>
            </a:extLst>
          </p:cNvPr>
          <p:cNvSpPr txBox="1"/>
          <p:nvPr/>
        </p:nvSpPr>
        <p:spPr>
          <a:xfrm>
            <a:off x="9369397" y="5373470"/>
            <a:ext cx="2125915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Controla la velocidad del movimiento del robot</a:t>
            </a:r>
          </a:p>
        </p:txBody>
      </p:sp>
      <p:cxnSp>
        <p:nvCxnSpPr>
          <p:cNvPr id="79" name="Conector recto de flecha 28">
            <a:extLst>
              <a:ext uri="{FF2B5EF4-FFF2-40B4-BE49-F238E27FC236}">
                <a16:creationId xmlns:a16="http://schemas.microsoft.com/office/drawing/2014/main" id="{F4B887CF-1BB9-64C3-EE47-5ECB57408F69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7226300" y="5373470"/>
            <a:ext cx="2143097" cy="323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28">
            <a:extLst>
              <a:ext uri="{FF2B5EF4-FFF2-40B4-BE49-F238E27FC236}">
                <a16:creationId xmlns:a16="http://schemas.microsoft.com/office/drawing/2014/main" id="{6F390D12-E386-6FD6-6E55-F26F3642E0FB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6438900" y="5373470"/>
            <a:ext cx="2913315" cy="10467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27">
            <a:extLst>
              <a:ext uri="{FF2B5EF4-FFF2-40B4-BE49-F238E27FC236}">
                <a16:creationId xmlns:a16="http://schemas.microsoft.com/office/drawing/2014/main" id="{4999FC97-2553-97B8-DA52-B363547FF7DB}"/>
              </a:ext>
            </a:extLst>
          </p:cNvPr>
          <p:cNvSpPr txBox="1"/>
          <p:nvPr/>
        </p:nvSpPr>
        <p:spPr>
          <a:xfrm>
            <a:off x="9382313" y="4589878"/>
            <a:ext cx="211300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Controla la velocidad del movimiento del robot</a:t>
            </a:r>
          </a:p>
        </p:txBody>
      </p:sp>
      <p:cxnSp>
        <p:nvCxnSpPr>
          <p:cNvPr id="87" name="Conector recto de flecha 28">
            <a:extLst>
              <a:ext uri="{FF2B5EF4-FFF2-40B4-BE49-F238E27FC236}">
                <a16:creationId xmlns:a16="http://schemas.microsoft.com/office/drawing/2014/main" id="{16C4C004-3BB5-4CB5-23A0-CC6AE6B6BE1F}"/>
              </a:ext>
            </a:extLst>
          </p:cNvPr>
          <p:cNvCxnSpPr>
            <a:cxnSpLocks/>
            <a:stCxn id="86" idx="1"/>
          </p:cNvCxnSpPr>
          <p:nvPr/>
        </p:nvCxnSpPr>
        <p:spPr>
          <a:xfrm flipH="1">
            <a:off x="8791575" y="4913044"/>
            <a:ext cx="590738" cy="3031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588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B78E-811B-5956-FBB1-9B2D88C2A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1D885B-E044-5C6C-3A47-8DB35D9B9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672" y="1734230"/>
            <a:ext cx="5868907" cy="437882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549EA8D-46AD-A7CC-D002-C41839AE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Robot Epson #2 (Módulo 3)</a:t>
            </a:r>
          </a:p>
        </p:txBody>
      </p:sp>
      <p:cxnSp>
        <p:nvCxnSpPr>
          <p:cNvPr id="3" name="Conector recto de flecha 28">
            <a:extLst>
              <a:ext uri="{FF2B5EF4-FFF2-40B4-BE49-F238E27FC236}">
                <a16:creationId xmlns:a16="http://schemas.microsoft.com/office/drawing/2014/main" id="{BEDF4173-18D5-F5C9-2B79-C4D5D4EA204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99970" y="1789221"/>
            <a:ext cx="792608" cy="8163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27">
            <a:extLst>
              <a:ext uri="{FF2B5EF4-FFF2-40B4-BE49-F238E27FC236}">
                <a16:creationId xmlns:a16="http://schemas.microsoft.com/office/drawing/2014/main" id="{96DE51FE-3783-9C0F-9084-CC5A4185A270}"/>
              </a:ext>
            </a:extLst>
          </p:cNvPr>
          <p:cNvSpPr txBox="1"/>
          <p:nvPr/>
        </p:nvSpPr>
        <p:spPr>
          <a:xfrm>
            <a:off x="1498600" y="1558388"/>
            <a:ext cx="13013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dirty="0"/>
              <a:t>Status del Robot</a:t>
            </a:r>
            <a:endParaRPr lang="es-MX" sz="12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66CB16-51A2-1785-998E-DB2218DB6B04}"/>
              </a:ext>
            </a:extLst>
          </p:cNvPr>
          <p:cNvSpPr/>
          <p:nvPr/>
        </p:nvSpPr>
        <p:spPr>
          <a:xfrm>
            <a:off x="3410387" y="2394437"/>
            <a:ext cx="1483561" cy="92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CuadroTexto 27">
            <a:extLst>
              <a:ext uri="{FF2B5EF4-FFF2-40B4-BE49-F238E27FC236}">
                <a16:creationId xmlns:a16="http://schemas.microsoft.com/office/drawing/2014/main" id="{BEA28DE3-EADA-ABF4-B9C9-75EB623A80AE}"/>
              </a:ext>
            </a:extLst>
          </p:cNvPr>
          <p:cNvSpPr txBox="1"/>
          <p:nvPr/>
        </p:nvSpPr>
        <p:spPr>
          <a:xfrm>
            <a:off x="187515" y="2937876"/>
            <a:ext cx="262217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Campo numérico:</a:t>
            </a:r>
          </a:p>
          <a:p>
            <a:r>
              <a:rPr lang="es-MX" sz="1200" dirty="0"/>
              <a:t>Velocidad de sistema Deseada. Editable al iniciar sesión como usuario</a:t>
            </a:r>
            <a:endParaRPr lang="es-MX" sz="1200" noProof="0" dirty="0"/>
          </a:p>
        </p:txBody>
      </p:sp>
      <p:cxnSp>
        <p:nvCxnSpPr>
          <p:cNvPr id="11" name="Conector recto de flecha 28">
            <a:extLst>
              <a:ext uri="{FF2B5EF4-FFF2-40B4-BE49-F238E27FC236}">
                <a16:creationId xmlns:a16="http://schemas.microsoft.com/office/drawing/2014/main" id="{F2345303-2911-6873-2AB5-084BF05663D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809685" y="3261042"/>
            <a:ext cx="1051115" cy="6439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27">
            <a:extLst>
              <a:ext uri="{FF2B5EF4-FFF2-40B4-BE49-F238E27FC236}">
                <a16:creationId xmlns:a16="http://schemas.microsoft.com/office/drawing/2014/main" id="{1EF3D97E-BBCE-A067-F89B-62257E71BEB2}"/>
              </a:ext>
            </a:extLst>
          </p:cNvPr>
          <p:cNvSpPr txBox="1"/>
          <p:nvPr/>
        </p:nvSpPr>
        <p:spPr>
          <a:xfrm>
            <a:off x="187515" y="2312061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dirty="0"/>
              <a:t>Velocidad Actual del Robot</a:t>
            </a:r>
            <a:endParaRPr lang="es-MX" sz="1200" noProof="0" dirty="0"/>
          </a:p>
        </p:txBody>
      </p:sp>
      <p:cxnSp>
        <p:nvCxnSpPr>
          <p:cNvPr id="17" name="Conector recto de flecha 28">
            <a:extLst>
              <a:ext uri="{FF2B5EF4-FFF2-40B4-BE49-F238E27FC236}">
                <a16:creationId xmlns:a16="http://schemas.microsoft.com/office/drawing/2014/main" id="{0F5B49D4-758D-5710-8299-F123DA3057A2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809685" y="2542894"/>
            <a:ext cx="1673221" cy="12428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7">
            <a:extLst>
              <a:ext uri="{FF2B5EF4-FFF2-40B4-BE49-F238E27FC236}">
                <a16:creationId xmlns:a16="http://schemas.microsoft.com/office/drawing/2014/main" id="{06306CB8-54F1-6621-AC05-92A23E2C915D}"/>
              </a:ext>
            </a:extLst>
          </p:cNvPr>
          <p:cNvSpPr txBox="1"/>
          <p:nvPr/>
        </p:nvSpPr>
        <p:spPr>
          <a:xfrm>
            <a:off x="187515" y="3735473"/>
            <a:ext cx="262217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Ajusta la velocidad general del robot a la requerida</a:t>
            </a:r>
          </a:p>
        </p:txBody>
      </p:sp>
      <p:cxnSp>
        <p:nvCxnSpPr>
          <p:cNvPr id="22" name="Conector recto de flecha 28">
            <a:extLst>
              <a:ext uri="{FF2B5EF4-FFF2-40B4-BE49-F238E27FC236}">
                <a16:creationId xmlns:a16="http://schemas.microsoft.com/office/drawing/2014/main" id="{E2BB31E3-E265-3556-4866-4B70F110BAC3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809685" y="4058639"/>
            <a:ext cx="891458" cy="4660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27">
            <a:extLst>
              <a:ext uri="{FF2B5EF4-FFF2-40B4-BE49-F238E27FC236}">
                <a16:creationId xmlns:a16="http://schemas.microsoft.com/office/drawing/2014/main" id="{E3D7A45E-9BDB-CAB0-2AD5-8CE118A5EE7E}"/>
              </a:ext>
            </a:extLst>
          </p:cNvPr>
          <p:cNvSpPr txBox="1"/>
          <p:nvPr/>
        </p:nvSpPr>
        <p:spPr>
          <a:xfrm>
            <a:off x="187515" y="4515836"/>
            <a:ext cx="2622170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Aborta tareas de robot. Útil cuando desea ingresar a la aplicación del ordenador</a:t>
            </a:r>
          </a:p>
        </p:txBody>
      </p:sp>
      <p:cxnSp>
        <p:nvCxnSpPr>
          <p:cNvPr id="33" name="Conector recto de flecha 28">
            <a:extLst>
              <a:ext uri="{FF2B5EF4-FFF2-40B4-BE49-F238E27FC236}">
                <a16:creationId xmlns:a16="http://schemas.microsoft.com/office/drawing/2014/main" id="{ADDE89FB-7659-5B6A-B485-2BFFEB2F590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809685" y="4931335"/>
            <a:ext cx="891458" cy="1232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27">
            <a:extLst>
              <a:ext uri="{FF2B5EF4-FFF2-40B4-BE49-F238E27FC236}">
                <a16:creationId xmlns:a16="http://schemas.microsoft.com/office/drawing/2014/main" id="{FA9FD327-9736-65EF-477D-E6918F1049A5}"/>
              </a:ext>
            </a:extLst>
          </p:cNvPr>
          <p:cNvSpPr txBox="1"/>
          <p:nvPr/>
        </p:nvSpPr>
        <p:spPr>
          <a:xfrm>
            <a:off x="200432" y="5480284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Libera todos los ejes del robot</a:t>
            </a:r>
          </a:p>
        </p:txBody>
      </p:sp>
      <p:cxnSp>
        <p:nvCxnSpPr>
          <p:cNvPr id="36" name="Conector recto de flecha 28">
            <a:extLst>
              <a:ext uri="{FF2B5EF4-FFF2-40B4-BE49-F238E27FC236}">
                <a16:creationId xmlns:a16="http://schemas.microsoft.com/office/drawing/2014/main" id="{8E828B91-9A0A-9250-35EF-73A00BEADD6F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2822602" y="5270979"/>
            <a:ext cx="1660304" cy="4401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27">
            <a:extLst>
              <a:ext uri="{FF2B5EF4-FFF2-40B4-BE49-F238E27FC236}">
                <a16:creationId xmlns:a16="http://schemas.microsoft.com/office/drawing/2014/main" id="{B5AE5507-E0A1-59AA-2B01-50BB7BD25D66}"/>
              </a:ext>
            </a:extLst>
          </p:cNvPr>
          <p:cNvSpPr txBox="1"/>
          <p:nvPr/>
        </p:nvSpPr>
        <p:spPr>
          <a:xfrm>
            <a:off x="200432" y="6085669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Energiza todos los ejes del robot</a:t>
            </a:r>
          </a:p>
        </p:txBody>
      </p:sp>
      <p:cxnSp>
        <p:nvCxnSpPr>
          <p:cNvPr id="40" name="Conector recto de flecha 28">
            <a:extLst>
              <a:ext uri="{FF2B5EF4-FFF2-40B4-BE49-F238E27FC236}">
                <a16:creationId xmlns:a16="http://schemas.microsoft.com/office/drawing/2014/main" id="{DEB502DE-BCD7-5F9B-1163-F50C80069926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2822602" y="5314521"/>
            <a:ext cx="2518655" cy="10019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27">
            <a:extLst>
              <a:ext uri="{FF2B5EF4-FFF2-40B4-BE49-F238E27FC236}">
                <a16:creationId xmlns:a16="http://schemas.microsoft.com/office/drawing/2014/main" id="{12115DDC-C425-2766-B8C3-DCF1B17A15D3}"/>
              </a:ext>
            </a:extLst>
          </p:cNvPr>
          <p:cNvSpPr txBox="1"/>
          <p:nvPr/>
        </p:nvSpPr>
        <p:spPr>
          <a:xfrm>
            <a:off x="9382315" y="1582655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Botones de control:</a:t>
            </a:r>
          </a:p>
          <a:p>
            <a:r>
              <a:rPr lang="es-MX" sz="1200" dirty="0"/>
              <a:t>Controlan el estado del </a:t>
            </a:r>
            <a:r>
              <a:rPr lang="es-MX" sz="1200" dirty="0" err="1"/>
              <a:t>gripper</a:t>
            </a:r>
            <a:endParaRPr lang="es-MX" sz="1200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BEC6D8-DD58-5346-BB40-9D3B7FCD7685}"/>
              </a:ext>
            </a:extLst>
          </p:cNvPr>
          <p:cNvSpPr/>
          <p:nvPr/>
        </p:nvSpPr>
        <p:spPr>
          <a:xfrm>
            <a:off x="5053013" y="3128963"/>
            <a:ext cx="752476" cy="1143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53" name="Conector recto de flecha 28">
            <a:extLst>
              <a:ext uri="{FF2B5EF4-FFF2-40B4-BE49-F238E27FC236}">
                <a16:creationId xmlns:a16="http://schemas.microsoft.com/office/drawing/2014/main" id="{6E028422-81B5-703D-540B-1BF3A74A762C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5341257" y="1813488"/>
            <a:ext cx="4041058" cy="13154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27">
            <a:extLst>
              <a:ext uri="{FF2B5EF4-FFF2-40B4-BE49-F238E27FC236}">
                <a16:creationId xmlns:a16="http://schemas.microsoft.com/office/drawing/2014/main" id="{CD0EE1F2-2684-FB52-C708-2575A064A764}"/>
              </a:ext>
            </a:extLst>
          </p:cNvPr>
          <p:cNvSpPr txBox="1"/>
          <p:nvPr/>
        </p:nvSpPr>
        <p:spPr>
          <a:xfrm>
            <a:off x="9382315" y="2268835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Selector de Posición del Robot</a:t>
            </a:r>
            <a:endParaRPr lang="es-MX" sz="1200" noProof="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0A7D752-CCF2-BA09-A9DF-D0FC765C5747}"/>
              </a:ext>
            </a:extLst>
          </p:cNvPr>
          <p:cNvSpPr/>
          <p:nvPr/>
        </p:nvSpPr>
        <p:spPr>
          <a:xfrm>
            <a:off x="5911850" y="3831431"/>
            <a:ext cx="3127594" cy="1212057"/>
          </a:xfrm>
          <a:custGeom>
            <a:avLst/>
            <a:gdLst>
              <a:gd name="csX0" fmla="*/ 0 w 2905125"/>
              <a:gd name="csY0" fmla="*/ 0 h 1162050"/>
              <a:gd name="csX1" fmla="*/ 0 w 2905125"/>
              <a:gd name="csY1" fmla="*/ 1162050 h 1162050"/>
              <a:gd name="csX2" fmla="*/ 1519238 w 2905125"/>
              <a:gd name="csY2" fmla="*/ 1152525 h 1162050"/>
              <a:gd name="csX3" fmla="*/ 1519238 w 2905125"/>
              <a:gd name="csY3" fmla="*/ 800100 h 1162050"/>
              <a:gd name="csX4" fmla="*/ 2905125 w 2905125"/>
              <a:gd name="csY4" fmla="*/ 800100 h 1162050"/>
              <a:gd name="csX5" fmla="*/ 2905125 w 2905125"/>
              <a:gd name="csY5" fmla="*/ 0 h 1162050"/>
              <a:gd name="csX6" fmla="*/ 0 w 2905125"/>
              <a:gd name="csY6" fmla="*/ 0 h 1162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05125" h="1162050">
                <a:moveTo>
                  <a:pt x="0" y="0"/>
                </a:moveTo>
                <a:lnTo>
                  <a:pt x="0" y="1162050"/>
                </a:lnTo>
                <a:lnTo>
                  <a:pt x="1519238" y="1152525"/>
                </a:lnTo>
                <a:lnTo>
                  <a:pt x="1519238" y="800100"/>
                </a:lnTo>
                <a:lnTo>
                  <a:pt x="2905125" y="800100"/>
                </a:lnTo>
                <a:lnTo>
                  <a:pt x="2905125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Conector recto de flecha 28">
            <a:extLst>
              <a:ext uri="{FF2B5EF4-FFF2-40B4-BE49-F238E27FC236}">
                <a16:creationId xmlns:a16="http://schemas.microsoft.com/office/drawing/2014/main" id="{3FE72DC1-ACCF-31B6-B831-6213BA13BD7D}"/>
              </a:ext>
            </a:extLst>
          </p:cNvPr>
          <p:cNvCxnSpPr>
            <a:cxnSpLocks/>
            <a:stCxn id="58" idx="1"/>
            <a:endCxn id="61" idx="5"/>
          </p:cNvCxnSpPr>
          <p:nvPr/>
        </p:nvCxnSpPr>
        <p:spPr>
          <a:xfrm flipH="1">
            <a:off x="9039444" y="2499668"/>
            <a:ext cx="342871" cy="13317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27">
            <a:extLst>
              <a:ext uri="{FF2B5EF4-FFF2-40B4-BE49-F238E27FC236}">
                <a16:creationId xmlns:a16="http://schemas.microsoft.com/office/drawing/2014/main" id="{0C150C88-6E00-50FB-B09F-26F6A6A868AC}"/>
              </a:ext>
            </a:extLst>
          </p:cNvPr>
          <p:cNvSpPr txBox="1"/>
          <p:nvPr/>
        </p:nvSpPr>
        <p:spPr>
          <a:xfrm>
            <a:off x="9382314" y="2920711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Reiniciar estado del Robot</a:t>
            </a:r>
            <a:endParaRPr lang="es-MX" sz="1200" noProof="0" dirty="0"/>
          </a:p>
        </p:txBody>
      </p:sp>
      <p:cxnSp>
        <p:nvCxnSpPr>
          <p:cNvPr id="67" name="Conector recto de flecha 28">
            <a:extLst>
              <a:ext uri="{FF2B5EF4-FFF2-40B4-BE49-F238E27FC236}">
                <a16:creationId xmlns:a16="http://schemas.microsoft.com/office/drawing/2014/main" id="{2EAFDC7F-797A-F6AF-136D-52DBC14B6F18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5714810" y="3151544"/>
            <a:ext cx="3667504" cy="13694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27">
            <a:extLst>
              <a:ext uri="{FF2B5EF4-FFF2-40B4-BE49-F238E27FC236}">
                <a16:creationId xmlns:a16="http://schemas.microsoft.com/office/drawing/2014/main" id="{920D2D7B-46B9-3D2E-51B2-6156149086BC}"/>
              </a:ext>
            </a:extLst>
          </p:cNvPr>
          <p:cNvSpPr txBox="1"/>
          <p:nvPr/>
        </p:nvSpPr>
        <p:spPr>
          <a:xfrm>
            <a:off x="9382314" y="3572901"/>
            <a:ext cx="2112999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dirty="0"/>
              <a:t>Realiza movimiento a través de una trayectoria en el eje Z segura para evitar colisiones</a:t>
            </a:r>
            <a:endParaRPr lang="es-MX" sz="1200" noProof="0" dirty="0"/>
          </a:p>
        </p:txBody>
      </p:sp>
      <p:cxnSp>
        <p:nvCxnSpPr>
          <p:cNvPr id="71" name="Conector recto de flecha 28">
            <a:extLst>
              <a:ext uri="{FF2B5EF4-FFF2-40B4-BE49-F238E27FC236}">
                <a16:creationId xmlns:a16="http://schemas.microsoft.com/office/drawing/2014/main" id="{F1F37EB6-5446-80E4-85B3-0CBC88702CF0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8713573" y="3988400"/>
            <a:ext cx="668741" cy="9429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27">
            <a:extLst>
              <a:ext uri="{FF2B5EF4-FFF2-40B4-BE49-F238E27FC236}">
                <a16:creationId xmlns:a16="http://schemas.microsoft.com/office/drawing/2014/main" id="{1FA1F9BF-2D2F-CE2A-0892-C488ADDE8A56}"/>
              </a:ext>
            </a:extLst>
          </p:cNvPr>
          <p:cNvSpPr txBox="1"/>
          <p:nvPr/>
        </p:nvSpPr>
        <p:spPr>
          <a:xfrm>
            <a:off x="9352215" y="6097049"/>
            <a:ext cx="214309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Limita/extiende el torque del robot</a:t>
            </a:r>
          </a:p>
        </p:txBody>
      </p:sp>
      <p:sp>
        <p:nvSpPr>
          <p:cNvPr id="78" name="CuadroTexto 27">
            <a:extLst>
              <a:ext uri="{FF2B5EF4-FFF2-40B4-BE49-F238E27FC236}">
                <a16:creationId xmlns:a16="http://schemas.microsoft.com/office/drawing/2014/main" id="{10700326-7504-0B94-387C-45611BB29D09}"/>
              </a:ext>
            </a:extLst>
          </p:cNvPr>
          <p:cNvSpPr txBox="1"/>
          <p:nvPr/>
        </p:nvSpPr>
        <p:spPr>
          <a:xfrm>
            <a:off x="9369397" y="5373470"/>
            <a:ext cx="2125915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Controla la velocidad del movimiento del robot</a:t>
            </a:r>
          </a:p>
        </p:txBody>
      </p:sp>
      <p:cxnSp>
        <p:nvCxnSpPr>
          <p:cNvPr id="79" name="Conector recto de flecha 28">
            <a:extLst>
              <a:ext uri="{FF2B5EF4-FFF2-40B4-BE49-F238E27FC236}">
                <a16:creationId xmlns:a16="http://schemas.microsoft.com/office/drawing/2014/main" id="{702156B4-846D-0AFB-FD3D-F83D4793FBC4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7226300" y="5373470"/>
            <a:ext cx="2143097" cy="323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28">
            <a:extLst>
              <a:ext uri="{FF2B5EF4-FFF2-40B4-BE49-F238E27FC236}">
                <a16:creationId xmlns:a16="http://schemas.microsoft.com/office/drawing/2014/main" id="{1D54476B-B45D-564A-D3B9-58F647CCD069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6438900" y="5373470"/>
            <a:ext cx="2913315" cy="10467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27">
            <a:extLst>
              <a:ext uri="{FF2B5EF4-FFF2-40B4-BE49-F238E27FC236}">
                <a16:creationId xmlns:a16="http://schemas.microsoft.com/office/drawing/2014/main" id="{4B891B19-4F1E-1F94-4297-98CC030BE115}"/>
              </a:ext>
            </a:extLst>
          </p:cNvPr>
          <p:cNvSpPr txBox="1"/>
          <p:nvPr/>
        </p:nvSpPr>
        <p:spPr>
          <a:xfrm>
            <a:off x="9382313" y="4589878"/>
            <a:ext cx="211300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Controla la velocidad del movimiento del robot</a:t>
            </a:r>
          </a:p>
        </p:txBody>
      </p:sp>
      <p:cxnSp>
        <p:nvCxnSpPr>
          <p:cNvPr id="87" name="Conector recto de flecha 28">
            <a:extLst>
              <a:ext uri="{FF2B5EF4-FFF2-40B4-BE49-F238E27FC236}">
                <a16:creationId xmlns:a16="http://schemas.microsoft.com/office/drawing/2014/main" id="{3157876C-3276-7AD6-8CF9-3842A120F1E8}"/>
              </a:ext>
            </a:extLst>
          </p:cNvPr>
          <p:cNvCxnSpPr>
            <a:cxnSpLocks/>
            <a:stCxn id="86" idx="1"/>
          </p:cNvCxnSpPr>
          <p:nvPr/>
        </p:nvCxnSpPr>
        <p:spPr>
          <a:xfrm flipH="1">
            <a:off x="8791575" y="4913044"/>
            <a:ext cx="590738" cy="3031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286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7E0A0-1418-9279-EE2C-79BFE98D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94E3FE-D857-8746-016B-4E465E1EF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451" y="1734230"/>
            <a:ext cx="5882519" cy="44210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EA02269-5502-C126-768C-D6B87C6A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Robot Epson #3 (Módulo 4)</a:t>
            </a:r>
          </a:p>
        </p:txBody>
      </p:sp>
      <p:cxnSp>
        <p:nvCxnSpPr>
          <p:cNvPr id="3" name="Conector recto de flecha 28">
            <a:extLst>
              <a:ext uri="{FF2B5EF4-FFF2-40B4-BE49-F238E27FC236}">
                <a16:creationId xmlns:a16="http://schemas.microsoft.com/office/drawing/2014/main" id="{4522FEE2-A300-2D25-628A-5A89E6417D5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99970" y="1789221"/>
            <a:ext cx="792608" cy="8163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27">
            <a:extLst>
              <a:ext uri="{FF2B5EF4-FFF2-40B4-BE49-F238E27FC236}">
                <a16:creationId xmlns:a16="http://schemas.microsoft.com/office/drawing/2014/main" id="{1056473B-CCA5-9CCE-23D8-321CE026C350}"/>
              </a:ext>
            </a:extLst>
          </p:cNvPr>
          <p:cNvSpPr txBox="1"/>
          <p:nvPr/>
        </p:nvSpPr>
        <p:spPr>
          <a:xfrm>
            <a:off x="1498600" y="1558388"/>
            <a:ext cx="13013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dirty="0"/>
              <a:t>Status del Robot</a:t>
            </a:r>
            <a:endParaRPr lang="es-MX" sz="12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BEE32C-EF37-89C7-E5F4-FD5678680658}"/>
              </a:ext>
            </a:extLst>
          </p:cNvPr>
          <p:cNvSpPr/>
          <p:nvPr/>
        </p:nvSpPr>
        <p:spPr>
          <a:xfrm>
            <a:off x="3503678" y="2423468"/>
            <a:ext cx="1478870" cy="92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CuadroTexto 27">
            <a:extLst>
              <a:ext uri="{FF2B5EF4-FFF2-40B4-BE49-F238E27FC236}">
                <a16:creationId xmlns:a16="http://schemas.microsoft.com/office/drawing/2014/main" id="{F3F8C2D4-5F82-AD1E-F574-3438486F177F}"/>
              </a:ext>
            </a:extLst>
          </p:cNvPr>
          <p:cNvSpPr txBox="1"/>
          <p:nvPr/>
        </p:nvSpPr>
        <p:spPr>
          <a:xfrm>
            <a:off x="187515" y="2937876"/>
            <a:ext cx="262217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Campo numérico:</a:t>
            </a:r>
          </a:p>
          <a:p>
            <a:r>
              <a:rPr lang="es-MX" sz="1200" dirty="0"/>
              <a:t>Velocidad de sistema Deseada. Editable al iniciar sesión como usuario</a:t>
            </a:r>
            <a:endParaRPr lang="es-MX" sz="1200" noProof="0" dirty="0"/>
          </a:p>
        </p:txBody>
      </p:sp>
      <p:cxnSp>
        <p:nvCxnSpPr>
          <p:cNvPr id="11" name="Conector recto de flecha 28">
            <a:extLst>
              <a:ext uri="{FF2B5EF4-FFF2-40B4-BE49-F238E27FC236}">
                <a16:creationId xmlns:a16="http://schemas.microsoft.com/office/drawing/2014/main" id="{3A39D4FC-7E68-5C27-0AE0-CDA01AC23B9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809685" y="3261042"/>
            <a:ext cx="1051115" cy="6439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27">
            <a:extLst>
              <a:ext uri="{FF2B5EF4-FFF2-40B4-BE49-F238E27FC236}">
                <a16:creationId xmlns:a16="http://schemas.microsoft.com/office/drawing/2014/main" id="{763C1DFF-CB26-8571-216B-C7425F9D3CF8}"/>
              </a:ext>
            </a:extLst>
          </p:cNvPr>
          <p:cNvSpPr txBox="1"/>
          <p:nvPr/>
        </p:nvSpPr>
        <p:spPr>
          <a:xfrm>
            <a:off x="187515" y="2312061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dirty="0"/>
              <a:t>Velocidad Actual del Robot</a:t>
            </a:r>
            <a:endParaRPr lang="es-MX" sz="1200" noProof="0" dirty="0"/>
          </a:p>
        </p:txBody>
      </p:sp>
      <p:cxnSp>
        <p:nvCxnSpPr>
          <p:cNvPr id="17" name="Conector recto de flecha 28">
            <a:extLst>
              <a:ext uri="{FF2B5EF4-FFF2-40B4-BE49-F238E27FC236}">
                <a16:creationId xmlns:a16="http://schemas.microsoft.com/office/drawing/2014/main" id="{F2BA86F4-FC09-CE35-28B1-794E2C973072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809685" y="2542894"/>
            <a:ext cx="1673221" cy="12428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7">
            <a:extLst>
              <a:ext uri="{FF2B5EF4-FFF2-40B4-BE49-F238E27FC236}">
                <a16:creationId xmlns:a16="http://schemas.microsoft.com/office/drawing/2014/main" id="{36271324-0B19-F21E-0E91-46B17470D097}"/>
              </a:ext>
            </a:extLst>
          </p:cNvPr>
          <p:cNvSpPr txBox="1"/>
          <p:nvPr/>
        </p:nvSpPr>
        <p:spPr>
          <a:xfrm>
            <a:off x="187515" y="3735473"/>
            <a:ext cx="262217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Ajusta la velocidad general del robot a la requerida</a:t>
            </a:r>
          </a:p>
        </p:txBody>
      </p:sp>
      <p:cxnSp>
        <p:nvCxnSpPr>
          <p:cNvPr id="22" name="Conector recto de flecha 28">
            <a:extLst>
              <a:ext uri="{FF2B5EF4-FFF2-40B4-BE49-F238E27FC236}">
                <a16:creationId xmlns:a16="http://schemas.microsoft.com/office/drawing/2014/main" id="{CC8B0691-D579-C02D-4CEC-4046C1D1025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809685" y="4058639"/>
            <a:ext cx="891458" cy="4660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27">
            <a:extLst>
              <a:ext uri="{FF2B5EF4-FFF2-40B4-BE49-F238E27FC236}">
                <a16:creationId xmlns:a16="http://schemas.microsoft.com/office/drawing/2014/main" id="{4F4022ED-3130-6E33-098A-2B766F1C87DB}"/>
              </a:ext>
            </a:extLst>
          </p:cNvPr>
          <p:cNvSpPr txBox="1"/>
          <p:nvPr/>
        </p:nvSpPr>
        <p:spPr>
          <a:xfrm>
            <a:off x="187515" y="4515836"/>
            <a:ext cx="2622170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Aborta tareas de robot. Útil cuando desea ingresar a la aplicación del ordenador</a:t>
            </a:r>
          </a:p>
        </p:txBody>
      </p:sp>
      <p:cxnSp>
        <p:nvCxnSpPr>
          <p:cNvPr id="33" name="Conector recto de flecha 28">
            <a:extLst>
              <a:ext uri="{FF2B5EF4-FFF2-40B4-BE49-F238E27FC236}">
                <a16:creationId xmlns:a16="http://schemas.microsoft.com/office/drawing/2014/main" id="{DDACE470-8B2D-69C5-DFD1-53A30E32DE9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809685" y="4931335"/>
            <a:ext cx="891458" cy="1232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27">
            <a:extLst>
              <a:ext uri="{FF2B5EF4-FFF2-40B4-BE49-F238E27FC236}">
                <a16:creationId xmlns:a16="http://schemas.microsoft.com/office/drawing/2014/main" id="{84C90969-800F-093C-9706-B60901E07166}"/>
              </a:ext>
            </a:extLst>
          </p:cNvPr>
          <p:cNvSpPr txBox="1"/>
          <p:nvPr/>
        </p:nvSpPr>
        <p:spPr>
          <a:xfrm>
            <a:off x="200432" y="5480284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Libera todos los ejes del robot</a:t>
            </a:r>
          </a:p>
        </p:txBody>
      </p:sp>
      <p:cxnSp>
        <p:nvCxnSpPr>
          <p:cNvPr id="36" name="Conector recto de flecha 28">
            <a:extLst>
              <a:ext uri="{FF2B5EF4-FFF2-40B4-BE49-F238E27FC236}">
                <a16:creationId xmlns:a16="http://schemas.microsoft.com/office/drawing/2014/main" id="{F028CC7F-995B-A5A6-FA7B-FAC6DEA5E4A1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2822602" y="5270979"/>
            <a:ext cx="1660304" cy="4401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27">
            <a:extLst>
              <a:ext uri="{FF2B5EF4-FFF2-40B4-BE49-F238E27FC236}">
                <a16:creationId xmlns:a16="http://schemas.microsoft.com/office/drawing/2014/main" id="{C35C723F-2B29-8345-9022-6D4298A5F0FF}"/>
              </a:ext>
            </a:extLst>
          </p:cNvPr>
          <p:cNvSpPr txBox="1"/>
          <p:nvPr/>
        </p:nvSpPr>
        <p:spPr>
          <a:xfrm>
            <a:off x="200432" y="6085669"/>
            <a:ext cx="2622170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Energiza todos los ejes del robot</a:t>
            </a:r>
          </a:p>
        </p:txBody>
      </p:sp>
      <p:cxnSp>
        <p:nvCxnSpPr>
          <p:cNvPr id="40" name="Conector recto de flecha 28">
            <a:extLst>
              <a:ext uri="{FF2B5EF4-FFF2-40B4-BE49-F238E27FC236}">
                <a16:creationId xmlns:a16="http://schemas.microsoft.com/office/drawing/2014/main" id="{6D056D0B-A432-8E23-AFFA-6453DE371356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2822602" y="5314521"/>
            <a:ext cx="2518655" cy="10019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27">
            <a:extLst>
              <a:ext uri="{FF2B5EF4-FFF2-40B4-BE49-F238E27FC236}">
                <a16:creationId xmlns:a16="http://schemas.microsoft.com/office/drawing/2014/main" id="{C8F843EE-161D-02E2-6D00-C37A7A929D35}"/>
              </a:ext>
            </a:extLst>
          </p:cNvPr>
          <p:cNvSpPr txBox="1"/>
          <p:nvPr/>
        </p:nvSpPr>
        <p:spPr>
          <a:xfrm>
            <a:off x="9382315" y="1582655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Botones de control:</a:t>
            </a:r>
          </a:p>
          <a:p>
            <a:r>
              <a:rPr lang="es-MX" sz="1200" dirty="0"/>
              <a:t>Controlan el estado del </a:t>
            </a:r>
            <a:r>
              <a:rPr lang="es-MX" sz="1200" dirty="0" err="1"/>
              <a:t>gripper</a:t>
            </a:r>
            <a:endParaRPr lang="es-MX" sz="1200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122EBD-06DC-6F25-3BBB-44B7ECABFE5A}"/>
              </a:ext>
            </a:extLst>
          </p:cNvPr>
          <p:cNvSpPr/>
          <p:nvPr/>
        </p:nvSpPr>
        <p:spPr>
          <a:xfrm>
            <a:off x="5091113" y="3179763"/>
            <a:ext cx="752476" cy="1143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cxnSp>
        <p:nvCxnSpPr>
          <p:cNvPr id="53" name="Conector recto de flecha 28">
            <a:extLst>
              <a:ext uri="{FF2B5EF4-FFF2-40B4-BE49-F238E27FC236}">
                <a16:creationId xmlns:a16="http://schemas.microsoft.com/office/drawing/2014/main" id="{04DB05AF-143C-5D76-DF5A-BC0324B302C6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5341257" y="1813488"/>
            <a:ext cx="4041058" cy="13154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27">
            <a:extLst>
              <a:ext uri="{FF2B5EF4-FFF2-40B4-BE49-F238E27FC236}">
                <a16:creationId xmlns:a16="http://schemas.microsoft.com/office/drawing/2014/main" id="{9EEF9E97-5E1B-723D-AD2A-40B4EAC7E640}"/>
              </a:ext>
            </a:extLst>
          </p:cNvPr>
          <p:cNvSpPr txBox="1"/>
          <p:nvPr/>
        </p:nvSpPr>
        <p:spPr>
          <a:xfrm>
            <a:off x="9382315" y="2268835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Selector de Posición del Robot</a:t>
            </a:r>
            <a:endParaRPr lang="es-MX" sz="1200" noProof="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BEFB2CB-979E-1B42-A7B9-8CA8221A4786}"/>
              </a:ext>
            </a:extLst>
          </p:cNvPr>
          <p:cNvSpPr/>
          <p:nvPr/>
        </p:nvSpPr>
        <p:spPr>
          <a:xfrm>
            <a:off x="5924550" y="3823847"/>
            <a:ext cx="3245472" cy="1257741"/>
          </a:xfrm>
          <a:custGeom>
            <a:avLst/>
            <a:gdLst>
              <a:gd name="csX0" fmla="*/ 0 w 2905125"/>
              <a:gd name="csY0" fmla="*/ 0 h 1162050"/>
              <a:gd name="csX1" fmla="*/ 0 w 2905125"/>
              <a:gd name="csY1" fmla="*/ 1162050 h 1162050"/>
              <a:gd name="csX2" fmla="*/ 1519238 w 2905125"/>
              <a:gd name="csY2" fmla="*/ 1152525 h 1162050"/>
              <a:gd name="csX3" fmla="*/ 1519238 w 2905125"/>
              <a:gd name="csY3" fmla="*/ 800100 h 1162050"/>
              <a:gd name="csX4" fmla="*/ 2905125 w 2905125"/>
              <a:gd name="csY4" fmla="*/ 800100 h 1162050"/>
              <a:gd name="csX5" fmla="*/ 2905125 w 2905125"/>
              <a:gd name="csY5" fmla="*/ 0 h 1162050"/>
              <a:gd name="csX6" fmla="*/ 0 w 2905125"/>
              <a:gd name="csY6" fmla="*/ 0 h 1162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05125" h="1162050">
                <a:moveTo>
                  <a:pt x="0" y="0"/>
                </a:moveTo>
                <a:lnTo>
                  <a:pt x="0" y="1162050"/>
                </a:lnTo>
                <a:lnTo>
                  <a:pt x="1519238" y="1152525"/>
                </a:lnTo>
                <a:lnTo>
                  <a:pt x="1519238" y="800100"/>
                </a:lnTo>
                <a:lnTo>
                  <a:pt x="2905125" y="800100"/>
                </a:lnTo>
                <a:lnTo>
                  <a:pt x="2905125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Conector recto de flecha 28">
            <a:extLst>
              <a:ext uri="{FF2B5EF4-FFF2-40B4-BE49-F238E27FC236}">
                <a16:creationId xmlns:a16="http://schemas.microsoft.com/office/drawing/2014/main" id="{923BEB32-B4BB-1CEA-309E-3FB15BF9FDE9}"/>
              </a:ext>
            </a:extLst>
          </p:cNvPr>
          <p:cNvCxnSpPr>
            <a:cxnSpLocks/>
            <a:stCxn id="58" idx="1"/>
            <a:endCxn id="61" idx="5"/>
          </p:cNvCxnSpPr>
          <p:nvPr/>
        </p:nvCxnSpPr>
        <p:spPr>
          <a:xfrm flipH="1">
            <a:off x="9170022" y="2499668"/>
            <a:ext cx="212293" cy="13241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27">
            <a:extLst>
              <a:ext uri="{FF2B5EF4-FFF2-40B4-BE49-F238E27FC236}">
                <a16:creationId xmlns:a16="http://schemas.microsoft.com/office/drawing/2014/main" id="{A9ACE94F-CAC3-F075-E764-A0DDA4F9B5AC}"/>
              </a:ext>
            </a:extLst>
          </p:cNvPr>
          <p:cNvSpPr txBox="1"/>
          <p:nvPr/>
        </p:nvSpPr>
        <p:spPr>
          <a:xfrm>
            <a:off x="9382314" y="2920711"/>
            <a:ext cx="2112999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Panel de control:</a:t>
            </a:r>
          </a:p>
          <a:p>
            <a:r>
              <a:rPr lang="es-MX" sz="1200" dirty="0"/>
              <a:t>Reiniciar estado del Robot</a:t>
            </a:r>
            <a:endParaRPr lang="es-MX" sz="1200" noProof="0" dirty="0"/>
          </a:p>
        </p:txBody>
      </p:sp>
      <p:cxnSp>
        <p:nvCxnSpPr>
          <p:cNvPr id="67" name="Conector recto de flecha 28">
            <a:extLst>
              <a:ext uri="{FF2B5EF4-FFF2-40B4-BE49-F238E27FC236}">
                <a16:creationId xmlns:a16="http://schemas.microsoft.com/office/drawing/2014/main" id="{77EC2951-9915-7FB8-DCDB-1BB42194101A}"/>
              </a:ext>
            </a:extLst>
          </p:cNvPr>
          <p:cNvCxnSpPr>
            <a:cxnSpLocks/>
            <a:stCxn id="66" idx="1"/>
          </p:cNvCxnSpPr>
          <p:nvPr/>
        </p:nvCxnSpPr>
        <p:spPr>
          <a:xfrm flipH="1">
            <a:off x="5714810" y="3151544"/>
            <a:ext cx="3667504" cy="13694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27">
            <a:extLst>
              <a:ext uri="{FF2B5EF4-FFF2-40B4-BE49-F238E27FC236}">
                <a16:creationId xmlns:a16="http://schemas.microsoft.com/office/drawing/2014/main" id="{E0502ACC-9918-94ED-450B-E87D69022DCB}"/>
              </a:ext>
            </a:extLst>
          </p:cNvPr>
          <p:cNvSpPr txBox="1"/>
          <p:nvPr/>
        </p:nvSpPr>
        <p:spPr>
          <a:xfrm>
            <a:off x="9382314" y="3572901"/>
            <a:ext cx="2112999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dirty="0"/>
              <a:t>Realiza movimiento a través de una trayectoria en el eje Z segura para evitar colisiones</a:t>
            </a:r>
            <a:endParaRPr lang="es-MX" sz="1200" noProof="0" dirty="0"/>
          </a:p>
        </p:txBody>
      </p:sp>
      <p:cxnSp>
        <p:nvCxnSpPr>
          <p:cNvPr id="71" name="Conector recto de flecha 28">
            <a:extLst>
              <a:ext uri="{FF2B5EF4-FFF2-40B4-BE49-F238E27FC236}">
                <a16:creationId xmlns:a16="http://schemas.microsoft.com/office/drawing/2014/main" id="{D4441DD5-BB35-FD43-335C-A68037342D5A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8713573" y="3988400"/>
            <a:ext cx="668741" cy="9429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27">
            <a:extLst>
              <a:ext uri="{FF2B5EF4-FFF2-40B4-BE49-F238E27FC236}">
                <a16:creationId xmlns:a16="http://schemas.microsoft.com/office/drawing/2014/main" id="{647A1D3A-0EED-840C-273E-A3391E7E4213}"/>
              </a:ext>
            </a:extLst>
          </p:cNvPr>
          <p:cNvSpPr txBox="1"/>
          <p:nvPr/>
        </p:nvSpPr>
        <p:spPr>
          <a:xfrm>
            <a:off x="9352215" y="6097049"/>
            <a:ext cx="2143097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Limita/extiende el torque del robot</a:t>
            </a:r>
          </a:p>
        </p:txBody>
      </p:sp>
      <p:sp>
        <p:nvSpPr>
          <p:cNvPr id="78" name="CuadroTexto 27">
            <a:extLst>
              <a:ext uri="{FF2B5EF4-FFF2-40B4-BE49-F238E27FC236}">
                <a16:creationId xmlns:a16="http://schemas.microsoft.com/office/drawing/2014/main" id="{45B36CEF-1C47-3701-202B-3FF2B5E83940}"/>
              </a:ext>
            </a:extLst>
          </p:cNvPr>
          <p:cNvSpPr txBox="1"/>
          <p:nvPr/>
        </p:nvSpPr>
        <p:spPr>
          <a:xfrm>
            <a:off x="9369397" y="5373470"/>
            <a:ext cx="2125915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Controla la velocidad del movimiento del robot</a:t>
            </a:r>
          </a:p>
        </p:txBody>
      </p:sp>
      <p:cxnSp>
        <p:nvCxnSpPr>
          <p:cNvPr id="79" name="Conector recto de flecha 28">
            <a:extLst>
              <a:ext uri="{FF2B5EF4-FFF2-40B4-BE49-F238E27FC236}">
                <a16:creationId xmlns:a16="http://schemas.microsoft.com/office/drawing/2014/main" id="{A99B3D01-DF0B-6C2F-2979-2E0818C6DAC4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7226300" y="5373470"/>
            <a:ext cx="2143097" cy="323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28">
            <a:extLst>
              <a:ext uri="{FF2B5EF4-FFF2-40B4-BE49-F238E27FC236}">
                <a16:creationId xmlns:a16="http://schemas.microsoft.com/office/drawing/2014/main" id="{139271FF-A66E-A611-0A6B-471487DE82AB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6438900" y="5373470"/>
            <a:ext cx="2913315" cy="10467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27">
            <a:extLst>
              <a:ext uri="{FF2B5EF4-FFF2-40B4-BE49-F238E27FC236}">
                <a16:creationId xmlns:a16="http://schemas.microsoft.com/office/drawing/2014/main" id="{0A5F9C1B-B942-0CA6-9637-7E5AFD3B3E25}"/>
              </a:ext>
            </a:extLst>
          </p:cNvPr>
          <p:cNvSpPr txBox="1"/>
          <p:nvPr/>
        </p:nvSpPr>
        <p:spPr>
          <a:xfrm>
            <a:off x="9382313" y="4589878"/>
            <a:ext cx="2113000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B</a:t>
            </a:r>
            <a:r>
              <a:rPr lang="es-MX" sz="1200" b="1" noProof="0" dirty="0" err="1"/>
              <a:t>otón</a:t>
            </a:r>
            <a:r>
              <a:rPr lang="es-MX" sz="1200" b="1" noProof="0" dirty="0"/>
              <a:t> de control:</a:t>
            </a:r>
          </a:p>
          <a:p>
            <a:r>
              <a:rPr lang="es-MX" sz="1200" noProof="0" dirty="0"/>
              <a:t>Controla la velocidad del movimiento del robot</a:t>
            </a:r>
          </a:p>
        </p:txBody>
      </p:sp>
      <p:cxnSp>
        <p:nvCxnSpPr>
          <p:cNvPr id="87" name="Conector recto de flecha 28">
            <a:extLst>
              <a:ext uri="{FF2B5EF4-FFF2-40B4-BE49-F238E27FC236}">
                <a16:creationId xmlns:a16="http://schemas.microsoft.com/office/drawing/2014/main" id="{35527A32-33C5-416F-AA2F-0372FC30B88E}"/>
              </a:ext>
            </a:extLst>
          </p:cNvPr>
          <p:cNvCxnSpPr>
            <a:cxnSpLocks/>
            <a:stCxn id="86" idx="1"/>
          </p:cNvCxnSpPr>
          <p:nvPr/>
        </p:nvCxnSpPr>
        <p:spPr>
          <a:xfrm flipH="1">
            <a:off x="8791575" y="4913044"/>
            <a:ext cx="590738" cy="3031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677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336A9-A0C3-FA7C-FFF8-B4444A8F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7E4304-A3F1-BFBD-F8B4-7DA7C507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739" y="1690688"/>
            <a:ext cx="6096851" cy="45440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B58269-4C25-0B70-78F9-41AF91B5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Pantalla</a:t>
            </a:r>
            <a:r>
              <a:rPr lang="en-US" dirty="0"/>
              <a:t> de </a:t>
            </a:r>
            <a:r>
              <a:rPr lang="en-US" dirty="0" err="1"/>
              <a:t>Contadores</a:t>
            </a:r>
            <a:r>
              <a:rPr lang="en-US" dirty="0"/>
              <a:t> y </a:t>
            </a:r>
            <a:r>
              <a:rPr lang="en-US" dirty="0" err="1"/>
              <a:t>Limites</a:t>
            </a:r>
            <a:endParaRPr lang="en-US" dirty="0"/>
          </a:p>
        </p:txBody>
      </p:sp>
      <p:sp>
        <p:nvSpPr>
          <p:cNvPr id="11" name="CuadroTexto 27">
            <a:extLst>
              <a:ext uri="{FF2B5EF4-FFF2-40B4-BE49-F238E27FC236}">
                <a16:creationId xmlns:a16="http://schemas.microsoft.com/office/drawing/2014/main" id="{53AA6A1B-53B1-BF03-7042-05E74EBE0B44}"/>
              </a:ext>
            </a:extLst>
          </p:cNvPr>
          <p:cNvSpPr txBox="1"/>
          <p:nvPr/>
        </p:nvSpPr>
        <p:spPr>
          <a:xfrm>
            <a:off x="287886" y="4936479"/>
            <a:ext cx="1731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12" name="Conector recto de flecha 28">
            <a:extLst>
              <a:ext uri="{FF2B5EF4-FFF2-40B4-BE49-F238E27FC236}">
                <a16:creationId xmlns:a16="http://schemas.microsoft.com/office/drawing/2014/main" id="{3767DFDC-CFE7-9D87-CDCB-D58A7B486DAE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019300" y="5167312"/>
            <a:ext cx="924198" cy="2308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27">
            <a:extLst>
              <a:ext uri="{FF2B5EF4-FFF2-40B4-BE49-F238E27FC236}">
                <a16:creationId xmlns:a16="http://schemas.microsoft.com/office/drawing/2014/main" id="{58ED9213-E29C-18C4-09D5-C2144C869182}"/>
              </a:ext>
            </a:extLst>
          </p:cNvPr>
          <p:cNvSpPr txBox="1"/>
          <p:nvPr/>
        </p:nvSpPr>
        <p:spPr>
          <a:xfrm>
            <a:off x="9162656" y="2013854"/>
            <a:ext cx="289599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Numero máximo de piezas buenas por </a:t>
            </a:r>
            <a:r>
              <a:rPr lang="es-MX" sz="1200" dirty="0" err="1"/>
              <a:t>bin</a:t>
            </a:r>
            <a:endParaRPr lang="es-MX" sz="1200" noProof="0" dirty="0"/>
          </a:p>
        </p:txBody>
      </p:sp>
      <p:cxnSp>
        <p:nvCxnSpPr>
          <p:cNvPr id="17" name="Conector recto de flecha 28">
            <a:extLst>
              <a:ext uri="{FF2B5EF4-FFF2-40B4-BE49-F238E27FC236}">
                <a16:creationId xmlns:a16="http://schemas.microsoft.com/office/drawing/2014/main" id="{C8119A79-280D-2BF0-566A-9E52D801336D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696200" y="2244687"/>
            <a:ext cx="1466456" cy="7715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27">
            <a:extLst>
              <a:ext uri="{FF2B5EF4-FFF2-40B4-BE49-F238E27FC236}">
                <a16:creationId xmlns:a16="http://schemas.microsoft.com/office/drawing/2014/main" id="{C7E61A5D-FF23-38E8-699A-48F7950352C6}"/>
              </a:ext>
            </a:extLst>
          </p:cNvPr>
          <p:cNvSpPr txBox="1"/>
          <p:nvPr/>
        </p:nvSpPr>
        <p:spPr>
          <a:xfrm>
            <a:off x="9162654" y="2622500"/>
            <a:ext cx="289599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Numero máximo de piezas de </a:t>
            </a:r>
            <a:r>
              <a:rPr lang="es-MX" sz="1200" dirty="0" err="1"/>
              <a:t>scrap</a:t>
            </a:r>
            <a:endParaRPr lang="es-MX" sz="1200" noProof="0" dirty="0"/>
          </a:p>
        </p:txBody>
      </p:sp>
      <p:cxnSp>
        <p:nvCxnSpPr>
          <p:cNvPr id="19" name="Conector recto de flecha 28">
            <a:extLst>
              <a:ext uri="{FF2B5EF4-FFF2-40B4-BE49-F238E27FC236}">
                <a16:creationId xmlns:a16="http://schemas.microsoft.com/office/drawing/2014/main" id="{5FD33173-B641-015B-D404-64B81E6AD671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696198" y="2853333"/>
            <a:ext cx="1466456" cy="6137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7">
            <a:extLst>
              <a:ext uri="{FF2B5EF4-FFF2-40B4-BE49-F238E27FC236}">
                <a16:creationId xmlns:a16="http://schemas.microsoft.com/office/drawing/2014/main" id="{C41A0487-6697-E2FB-4626-61A7EDFDA326}"/>
              </a:ext>
            </a:extLst>
          </p:cNvPr>
          <p:cNvSpPr txBox="1"/>
          <p:nvPr/>
        </p:nvSpPr>
        <p:spPr>
          <a:xfrm>
            <a:off x="9162653" y="3245654"/>
            <a:ext cx="289599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Tiempo en milisegundos para reiniciar contadores de piezas por </a:t>
            </a:r>
            <a:r>
              <a:rPr lang="es-MX" sz="1200" dirty="0" err="1"/>
              <a:t>bin</a:t>
            </a:r>
            <a:endParaRPr lang="es-MX" sz="1200" noProof="0" dirty="0"/>
          </a:p>
        </p:txBody>
      </p:sp>
      <p:cxnSp>
        <p:nvCxnSpPr>
          <p:cNvPr id="27" name="Conector recto de flecha 28">
            <a:extLst>
              <a:ext uri="{FF2B5EF4-FFF2-40B4-BE49-F238E27FC236}">
                <a16:creationId xmlns:a16="http://schemas.microsoft.com/office/drawing/2014/main" id="{49DB31AA-332B-C3BD-9A4A-9BC5630A6111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7943850" y="3568820"/>
            <a:ext cx="1218803" cy="2703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27">
            <a:extLst>
              <a:ext uri="{FF2B5EF4-FFF2-40B4-BE49-F238E27FC236}">
                <a16:creationId xmlns:a16="http://schemas.microsoft.com/office/drawing/2014/main" id="{198B8179-A2F0-FC54-CD5F-902A31EE95D7}"/>
              </a:ext>
            </a:extLst>
          </p:cNvPr>
          <p:cNvSpPr txBox="1"/>
          <p:nvPr/>
        </p:nvSpPr>
        <p:spPr>
          <a:xfrm>
            <a:off x="9162652" y="4060588"/>
            <a:ext cx="2895993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Limite de piezas malas generadas consecutivamente. Al superar el limite la estación se detendrá automáticamente</a:t>
            </a:r>
            <a:endParaRPr lang="es-MX" sz="1200" noProof="0" dirty="0"/>
          </a:p>
        </p:txBody>
      </p:sp>
      <p:cxnSp>
        <p:nvCxnSpPr>
          <p:cNvPr id="35" name="Conector recto de flecha 28">
            <a:extLst>
              <a:ext uri="{FF2B5EF4-FFF2-40B4-BE49-F238E27FC236}">
                <a16:creationId xmlns:a16="http://schemas.microsoft.com/office/drawing/2014/main" id="{4C7AEC5E-E865-A615-869E-FC67480442A6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7696198" y="4319847"/>
            <a:ext cx="1466454" cy="1562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27">
            <a:extLst>
              <a:ext uri="{FF2B5EF4-FFF2-40B4-BE49-F238E27FC236}">
                <a16:creationId xmlns:a16="http://schemas.microsoft.com/office/drawing/2014/main" id="{E36B1B94-7B9C-BE9B-291F-114DDEC83BF1}"/>
              </a:ext>
            </a:extLst>
          </p:cNvPr>
          <p:cNvSpPr txBox="1"/>
          <p:nvPr/>
        </p:nvSpPr>
        <p:spPr>
          <a:xfrm>
            <a:off x="9162652" y="5050624"/>
            <a:ext cx="2895992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Limite de piezas malas generadas por hora.  Al superar el limite la estación se detendrá automáticamente</a:t>
            </a:r>
            <a:endParaRPr lang="es-MX" sz="1200" noProof="0" dirty="0"/>
          </a:p>
        </p:txBody>
      </p:sp>
      <p:cxnSp>
        <p:nvCxnSpPr>
          <p:cNvPr id="39" name="Conector recto de flecha 28">
            <a:extLst>
              <a:ext uri="{FF2B5EF4-FFF2-40B4-BE49-F238E27FC236}">
                <a16:creationId xmlns:a16="http://schemas.microsoft.com/office/drawing/2014/main" id="{39B75BFF-0AB0-8E9C-4059-A3C49572ADEF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7696198" y="4735346"/>
            <a:ext cx="1466454" cy="7307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763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91B1-7968-3C0F-DC8F-66DE3646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43EE86-E278-3FA4-75FF-39BFA6045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498" y="2610444"/>
            <a:ext cx="4560362" cy="34096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BBB15-1327-F684-3146-02E6D0D2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Pantalla</a:t>
            </a:r>
            <a:r>
              <a:rPr lang="en-US" dirty="0"/>
              <a:t> </a:t>
            </a:r>
            <a:r>
              <a:rPr lang="en-US" dirty="0" err="1"/>
              <a:t>Alarmas</a:t>
            </a:r>
            <a:r>
              <a:rPr lang="en-US" dirty="0"/>
              <a:t> de </a:t>
            </a:r>
            <a:r>
              <a:rPr lang="en-US" dirty="0" err="1"/>
              <a:t>Alimentadores</a:t>
            </a:r>
            <a:endParaRPr lang="en-US" dirty="0"/>
          </a:p>
        </p:txBody>
      </p:sp>
      <p:sp>
        <p:nvSpPr>
          <p:cNvPr id="11" name="CuadroTexto 27">
            <a:extLst>
              <a:ext uri="{FF2B5EF4-FFF2-40B4-BE49-F238E27FC236}">
                <a16:creationId xmlns:a16="http://schemas.microsoft.com/office/drawing/2014/main" id="{3C50C178-38BB-127A-5B4F-69578468A0F2}"/>
              </a:ext>
            </a:extLst>
          </p:cNvPr>
          <p:cNvSpPr txBox="1"/>
          <p:nvPr/>
        </p:nvSpPr>
        <p:spPr>
          <a:xfrm>
            <a:off x="287886" y="4936479"/>
            <a:ext cx="1731414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12" name="Conector recto de flecha 28">
            <a:extLst>
              <a:ext uri="{FF2B5EF4-FFF2-40B4-BE49-F238E27FC236}">
                <a16:creationId xmlns:a16="http://schemas.microsoft.com/office/drawing/2014/main" id="{F531A350-51C5-E7DE-F2FF-BBB3D909B88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019300" y="5167312"/>
            <a:ext cx="924198" cy="2308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27">
            <a:extLst>
              <a:ext uri="{FF2B5EF4-FFF2-40B4-BE49-F238E27FC236}">
                <a16:creationId xmlns:a16="http://schemas.microsoft.com/office/drawing/2014/main" id="{BE387298-3859-451B-F79D-D0C2EE60D816}"/>
              </a:ext>
            </a:extLst>
          </p:cNvPr>
          <p:cNvSpPr txBox="1"/>
          <p:nvPr/>
        </p:nvSpPr>
        <p:spPr>
          <a:xfrm>
            <a:off x="9162656" y="2013854"/>
            <a:ext cx="289599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Campos numéricos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Periodo de Intermitencia de alimentador correspondiente</a:t>
            </a:r>
            <a:endParaRPr lang="es-MX" sz="1200" noProof="0" dirty="0"/>
          </a:p>
        </p:txBody>
      </p:sp>
      <p:cxnSp>
        <p:nvCxnSpPr>
          <p:cNvPr id="17" name="Conector recto de flecha 28">
            <a:extLst>
              <a:ext uri="{FF2B5EF4-FFF2-40B4-BE49-F238E27FC236}">
                <a16:creationId xmlns:a16="http://schemas.microsoft.com/office/drawing/2014/main" id="{DF0B4C99-37EF-52AA-A5EE-494051275403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5130800" y="2337020"/>
            <a:ext cx="4031856" cy="18412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7">
            <a:extLst>
              <a:ext uri="{FF2B5EF4-FFF2-40B4-BE49-F238E27FC236}">
                <a16:creationId xmlns:a16="http://schemas.microsoft.com/office/drawing/2014/main" id="{F41F5B28-88AB-C024-B9CB-EECD02FDDDFD}"/>
              </a:ext>
            </a:extLst>
          </p:cNvPr>
          <p:cNvSpPr txBox="1"/>
          <p:nvPr/>
        </p:nvSpPr>
        <p:spPr>
          <a:xfrm>
            <a:off x="9162651" y="2767925"/>
            <a:ext cx="2895993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Campos numéricos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Periodo en el que la alarma intermitente comenzara a activarse en alimentador correspondiente</a:t>
            </a:r>
            <a:endParaRPr lang="es-MX" sz="1200" noProof="0" dirty="0"/>
          </a:p>
        </p:txBody>
      </p:sp>
      <p:cxnSp>
        <p:nvCxnSpPr>
          <p:cNvPr id="27" name="Conector recto de flecha 28">
            <a:extLst>
              <a:ext uri="{FF2B5EF4-FFF2-40B4-BE49-F238E27FC236}">
                <a16:creationId xmlns:a16="http://schemas.microsoft.com/office/drawing/2014/main" id="{71F1F11C-CD14-DBC1-A40C-C20293585B36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5867400" y="3183424"/>
            <a:ext cx="3295251" cy="10674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27">
            <a:extLst>
              <a:ext uri="{FF2B5EF4-FFF2-40B4-BE49-F238E27FC236}">
                <a16:creationId xmlns:a16="http://schemas.microsoft.com/office/drawing/2014/main" id="{A8483C2E-265C-33B1-4D12-97BD913A7887}"/>
              </a:ext>
            </a:extLst>
          </p:cNvPr>
          <p:cNvSpPr txBox="1"/>
          <p:nvPr/>
        </p:nvSpPr>
        <p:spPr>
          <a:xfrm>
            <a:off x="9145455" y="3756403"/>
            <a:ext cx="2895993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Campos numéricos</a:t>
            </a:r>
            <a:r>
              <a:rPr lang="es-MX" sz="1200" b="1" noProof="0" dirty="0"/>
              <a:t>:</a:t>
            </a:r>
          </a:p>
          <a:p>
            <a:r>
              <a:rPr lang="es-MX" sz="1200" dirty="0"/>
              <a:t>Periodo en el que la alarma continua comenzara a emitirse por alimentador correspondiente</a:t>
            </a:r>
            <a:endParaRPr lang="es-MX" sz="1200" noProof="0" dirty="0"/>
          </a:p>
        </p:txBody>
      </p:sp>
      <p:cxnSp>
        <p:nvCxnSpPr>
          <p:cNvPr id="35" name="Conector recto de flecha 28">
            <a:extLst>
              <a:ext uri="{FF2B5EF4-FFF2-40B4-BE49-F238E27FC236}">
                <a16:creationId xmlns:a16="http://schemas.microsoft.com/office/drawing/2014/main" id="{F5EF2820-4CC0-649B-D313-82C8106FBAC2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7005904" y="4171902"/>
            <a:ext cx="2139551" cy="3485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BE7D45E-4E6F-53A4-3105-C993A4ADAD1F}"/>
              </a:ext>
            </a:extLst>
          </p:cNvPr>
          <p:cNvSpPr/>
          <p:nvPr/>
        </p:nvSpPr>
        <p:spPr>
          <a:xfrm>
            <a:off x="4495800" y="4178300"/>
            <a:ext cx="422002" cy="7581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13C51-AF50-C90A-7C25-A08E392D8D9B}"/>
              </a:ext>
            </a:extLst>
          </p:cNvPr>
          <p:cNvSpPr/>
          <p:nvPr/>
        </p:nvSpPr>
        <p:spPr>
          <a:xfrm>
            <a:off x="5427804" y="4152900"/>
            <a:ext cx="422002" cy="7581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5DD32F-2296-F0EA-EBB4-F3BC0472728C}"/>
              </a:ext>
            </a:extLst>
          </p:cNvPr>
          <p:cNvSpPr/>
          <p:nvPr/>
        </p:nvSpPr>
        <p:spPr>
          <a:xfrm>
            <a:off x="6359808" y="4145203"/>
            <a:ext cx="422002" cy="7581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350788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98CB-1B05-2570-5C8C-5EE86178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9577EB-D385-92DB-E3E6-EA285C36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557" y="1401787"/>
            <a:ext cx="6125430" cy="46107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65848C9-7339-5B19-83E1-31A5B164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Datos de </a:t>
            </a:r>
            <a:r>
              <a:rPr lang="es-MX" dirty="0"/>
              <a:t>P</a:t>
            </a:r>
            <a:r>
              <a:rPr lang="es-MX" noProof="0" dirty="0" err="1"/>
              <a:t>roducción</a:t>
            </a:r>
            <a:r>
              <a:rPr lang="es-MX" noProof="0" dirty="0"/>
              <a:t> Ingeniería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17B358-C38B-0E07-7199-273AB587B103}"/>
              </a:ext>
            </a:extLst>
          </p:cNvPr>
          <p:cNvSpPr txBox="1"/>
          <p:nvPr/>
        </p:nvSpPr>
        <p:spPr>
          <a:xfrm>
            <a:off x="259916" y="2667922"/>
            <a:ext cx="2639098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Describe </a:t>
            </a:r>
            <a:r>
              <a:rPr lang="es-MX" sz="1200" dirty="0"/>
              <a:t>métricas de desempeño </a:t>
            </a:r>
            <a:r>
              <a:rPr lang="es-MX" sz="1200" noProof="0" dirty="0"/>
              <a:t>a visualizar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AA5083E-CCDE-80AE-F975-EE1E8603AC1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899014" y="2991088"/>
            <a:ext cx="268543" cy="4379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7CDA1C4-9F31-BF1A-E65B-199660F45BE2}"/>
              </a:ext>
            </a:extLst>
          </p:cNvPr>
          <p:cNvSpPr txBox="1"/>
          <p:nvPr/>
        </p:nvSpPr>
        <p:spPr>
          <a:xfrm>
            <a:off x="259916" y="1618123"/>
            <a:ext cx="2639098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Borra </a:t>
            </a:r>
            <a:r>
              <a:rPr lang="es-MX" sz="1200" dirty="0"/>
              <a:t>datos de producción</a:t>
            </a:r>
            <a:endParaRPr lang="es-MX" sz="1200" noProof="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84D4CC3-C8E7-81B0-41B7-449DEED1EC3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899014" y="1848956"/>
            <a:ext cx="402986" cy="3608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FEC5F32-E78E-1E7E-328E-54639548F0E9}"/>
              </a:ext>
            </a:extLst>
          </p:cNvPr>
          <p:cNvSpPr txBox="1"/>
          <p:nvPr/>
        </p:nvSpPr>
        <p:spPr>
          <a:xfrm>
            <a:off x="9431364" y="2769294"/>
            <a:ext cx="236921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dirty="0"/>
              <a:t>Abre ventana de selector</a:t>
            </a:r>
            <a:endParaRPr lang="es-MX" sz="1200" noProof="0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43B9A3A-5ED6-03DC-8585-C3D8AADA74F4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8188781" y="2371725"/>
            <a:ext cx="1242583" cy="628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27">
            <a:extLst>
              <a:ext uri="{FF2B5EF4-FFF2-40B4-BE49-F238E27FC236}">
                <a16:creationId xmlns:a16="http://schemas.microsoft.com/office/drawing/2014/main" id="{699A8059-47ED-FCD2-5D6D-FB57AFFD1F40}"/>
              </a:ext>
            </a:extLst>
          </p:cNvPr>
          <p:cNvSpPr txBox="1"/>
          <p:nvPr/>
        </p:nvSpPr>
        <p:spPr>
          <a:xfrm>
            <a:off x="9431364" y="1401787"/>
            <a:ext cx="2369213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Indican a que módulo corresponden las métricas visualizadas</a:t>
            </a:r>
          </a:p>
        </p:txBody>
      </p:sp>
      <p:cxnSp>
        <p:nvCxnSpPr>
          <p:cNvPr id="14" name="Conector recto de flecha 32">
            <a:extLst>
              <a:ext uri="{FF2B5EF4-FFF2-40B4-BE49-F238E27FC236}">
                <a16:creationId xmlns:a16="http://schemas.microsoft.com/office/drawing/2014/main" id="{4B139A44-7173-03AD-C312-53F0C1944BD4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142514" y="1817286"/>
            <a:ext cx="1288850" cy="2151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31">
            <a:extLst>
              <a:ext uri="{FF2B5EF4-FFF2-40B4-BE49-F238E27FC236}">
                <a16:creationId xmlns:a16="http://schemas.microsoft.com/office/drawing/2014/main" id="{6030542F-5459-87F8-21AD-A811064854D7}"/>
              </a:ext>
            </a:extLst>
          </p:cNvPr>
          <p:cNvSpPr txBox="1"/>
          <p:nvPr/>
        </p:nvSpPr>
        <p:spPr>
          <a:xfrm>
            <a:off x="9431364" y="3932951"/>
            <a:ext cx="2369213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Visualizadores:</a:t>
            </a:r>
          </a:p>
          <a:p>
            <a:r>
              <a:rPr lang="es-MX" sz="1200" noProof="0" dirty="0"/>
              <a:t>Permite visualizar métricas generales o por módulo</a:t>
            </a:r>
          </a:p>
        </p:txBody>
      </p:sp>
      <p:cxnSp>
        <p:nvCxnSpPr>
          <p:cNvPr id="22" name="Conector recto de flecha 32">
            <a:extLst>
              <a:ext uri="{FF2B5EF4-FFF2-40B4-BE49-F238E27FC236}">
                <a16:creationId xmlns:a16="http://schemas.microsoft.com/office/drawing/2014/main" id="{79385ACB-36FC-B865-40C1-F0B0C6F8C7D9}"/>
              </a:ext>
            </a:extLst>
          </p:cNvPr>
          <p:cNvCxnSpPr>
            <a:cxnSpLocks/>
            <a:stCxn id="21" idx="1"/>
            <a:endCxn id="38" idx="3"/>
          </p:cNvCxnSpPr>
          <p:nvPr/>
        </p:nvCxnSpPr>
        <p:spPr>
          <a:xfrm flipH="1" flipV="1">
            <a:off x="5843589" y="3963127"/>
            <a:ext cx="3587775" cy="2929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32">
            <a:extLst>
              <a:ext uri="{FF2B5EF4-FFF2-40B4-BE49-F238E27FC236}">
                <a16:creationId xmlns:a16="http://schemas.microsoft.com/office/drawing/2014/main" id="{1D0DCEB5-09DB-EEED-6DAD-EBED1440352D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605589" y="3591252"/>
            <a:ext cx="2825775" cy="6648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32">
            <a:extLst>
              <a:ext uri="{FF2B5EF4-FFF2-40B4-BE49-F238E27FC236}">
                <a16:creationId xmlns:a16="http://schemas.microsoft.com/office/drawing/2014/main" id="{1A9989F3-C0D9-0010-9D44-7BB3FDF10992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7387771" y="3057395"/>
            <a:ext cx="2043593" cy="11987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2">
            <a:extLst>
              <a:ext uri="{FF2B5EF4-FFF2-40B4-BE49-F238E27FC236}">
                <a16:creationId xmlns:a16="http://schemas.microsoft.com/office/drawing/2014/main" id="{FD330BE7-B0D6-EA2D-FA87-08EC5FAD944C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8142514" y="3023028"/>
            <a:ext cx="1288850" cy="12330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520F3-ACFD-9A6E-C195-6ECF428B4B54}"/>
              </a:ext>
            </a:extLst>
          </p:cNvPr>
          <p:cNvSpPr/>
          <p:nvPr/>
        </p:nvSpPr>
        <p:spPr>
          <a:xfrm>
            <a:off x="5091113" y="2541454"/>
            <a:ext cx="752476" cy="28433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002DB6-5702-FD5F-64AB-E42E179D62F8}"/>
              </a:ext>
            </a:extLst>
          </p:cNvPr>
          <p:cNvSpPr/>
          <p:nvPr/>
        </p:nvSpPr>
        <p:spPr>
          <a:xfrm>
            <a:off x="5872163" y="2541454"/>
            <a:ext cx="733426" cy="28433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067303-087B-E97E-94C8-F233761317E1}"/>
              </a:ext>
            </a:extLst>
          </p:cNvPr>
          <p:cNvSpPr/>
          <p:nvPr/>
        </p:nvSpPr>
        <p:spPr>
          <a:xfrm>
            <a:off x="6634163" y="2535104"/>
            <a:ext cx="752476" cy="28433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F9F02C-35DB-14D9-A5E3-ECB51EC1DD20}"/>
              </a:ext>
            </a:extLst>
          </p:cNvPr>
          <p:cNvSpPr/>
          <p:nvPr/>
        </p:nvSpPr>
        <p:spPr>
          <a:xfrm>
            <a:off x="7415213" y="2541454"/>
            <a:ext cx="746126" cy="28433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C64DA9E-001D-5029-7A65-6451CD073302}"/>
              </a:ext>
            </a:extLst>
          </p:cNvPr>
          <p:cNvSpPr/>
          <p:nvPr/>
        </p:nvSpPr>
        <p:spPr>
          <a:xfrm>
            <a:off x="5091113" y="1912804"/>
            <a:ext cx="3070226" cy="3117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6" name="CuadroTexto 31">
            <a:extLst>
              <a:ext uri="{FF2B5EF4-FFF2-40B4-BE49-F238E27FC236}">
                <a16:creationId xmlns:a16="http://schemas.microsoft.com/office/drawing/2014/main" id="{C97833C0-F58D-D8F7-B6AB-0AD95829C71E}"/>
              </a:ext>
            </a:extLst>
          </p:cNvPr>
          <p:cNvSpPr txBox="1"/>
          <p:nvPr/>
        </p:nvSpPr>
        <p:spPr>
          <a:xfrm>
            <a:off x="9431363" y="5412365"/>
            <a:ext cx="236921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de Hora por Hora</a:t>
            </a:r>
          </a:p>
        </p:txBody>
      </p:sp>
      <p:cxnSp>
        <p:nvCxnSpPr>
          <p:cNvPr id="47" name="Conector recto de flecha 32">
            <a:extLst>
              <a:ext uri="{FF2B5EF4-FFF2-40B4-BE49-F238E27FC236}">
                <a16:creationId xmlns:a16="http://schemas.microsoft.com/office/drawing/2014/main" id="{F51A1449-014E-73C1-6378-C60C59686221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6858000" y="5643198"/>
            <a:ext cx="2573363" cy="827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86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ACB9-8DC9-0A2D-D2A5-0C2741CD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Ventana de Selector de Datos de </a:t>
            </a:r>
            <a:r>
              <a:rPr lang="es-MX" dirty="0"/>
              <a:t>Producción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729BD-C4EA-3F67-D363-3D0EE169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411" y="2095353"/>
            <a:ext cx="5819178" cy="3200547"/>
          </a:xfrm>
          <a:prstGeom prst="rect">
            <a:avLst/>
          </a:prstGeom>
        </p:spPr>
      </p:pic>
      <p:sp>
        <p:nvSpPr>
          <p:cNvPr id="8" name="CuadroTexto 27">
            <a:extLst>
              <a:ext uri="{FF2B5EF4-FFF2-40B4-BE49-F238E27FC236}">
                <a16:creationId xmlns:a16="http://schemas.microsoft.com/office/drawing/2014/main" id="{CE5A0607-DA20-4769-F6C5-7327CA1867D5}"/>
              </a:ext>
            </a:extLst>
          </p:cNvPr>
          <p:cNvSpPr txBox="1"/>
          <p:nvPr/>
        </p:nvSpPr>
        <p:spPr>
          <a:xfrm>
            <a:off x="814232" y="1864520"/>
            <a:ext cx="193744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Visualización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Módulos seleccionables</a:t>
            </a:r>
          </a:p>
        </p:txBody>
      </p:sp>
      <p:cxnSp>
        <p:nvCxnSpPr>
          <p:cNvPr id="9" name="Conector recto de flecha 28">
            <a:extLst>
              <a:ext uri="{FF2B5EF4-FFF2-40B4-BE49-F238E27FC236}">
                <a16:creationId xmlns:a16="http://schemas.microsoft.com/office/drawing/2014/main" id="{41C3E41E-C93A-9A3C-26FA-C65ECFDC02C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751674" y="2095353"/>
            <a:ext cx="491588" cy="4046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AD705E7-9684-4752-9A1F-5517181865B4}"/>
              </a:ext>
            </a:extLst>
          </p:cNvPr>
          <p:cNvSpPr/>
          <p:nvPr/>
        </p:nvSpPr>
        <p:spPr>
          <a:xfrm>
            <a:off x="3243262" y="2206171"/>
            <a:ext cx="2500313" cy="24529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1" name="CuadroTexto 27">
            <a:extLst>
              <a:ext uri="{FF2B5EF4-FFF2-40B4-BE49-F238E27FC236}">
                <a16:creationId xmlns:a16="http://schemas.microsoft.com/office/drawing/2014/main" id="{F2E18CF1-0661-6D57-4CC9-EAA4199F4B98}"/>
              </a:ext>
            </a:extLst>
          </p:cNvPr>
          <p:cNvSpPr txBox="1"/>
          <p:nvPr/>
        </p:nvSpPr>
        <p:spPr>
          <a:xfrm>
            <a:off x="838200" y="4659087"/>
            <a:ext cx="193744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Selector de módulo</a:t>
            </a:r>
          </a:p>
        </p:txBody>
      </p:sp>
      <p:cxnSp>
        <p:nvCxnSpPr>
          <p:cNvPr id="12" name="Conector recto de flecha 28">
            <a:extLst>
              <a:ext uri="{FF2B5EF4-FFF2-40B4-BE49-F238E27FC236}">
                <a16:creationId xmlns:a16="http://schemas.microsoft.com/office/drawing/2014/main" id="{7DB1F349-4EE2-0877-BE39-EC4B88170F99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775642" y="4889920"/>
            <a:ext cx="1209758" cy="1738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27">
            <a:extLst>
              <a:ext uri="{FF2B5EF4-FFF2-40B4-BE49-F238E27FC236}">
                <a16:creationId xmlns:a16="http://schemas.microsoft.com/office/drawing/2014/main" id="{09D27172-7A9A-CAAA-9D87-21F4129364D2}"/>
              </a:ext>
            </a:extLst>
          </p:cNvPr>
          <p:cNvSpPr txBox="1"/>
          <p:nvPr/>
        </p:nvSpPr>
        <p:spPr>
          <a:xfrm>
            <a:off x="9416358" y="4197422"/>
            <a:ext cx="193744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Campo numérico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Selector de estación</a:t>
            </a:r>
          </a:p>
        </p:txBody>
      </p:sp>
      <p:cxnSp>
        <p:nvCxnSpPr>
          <p:cNvPr id="17" name="Conector recto de flecha 28">
            <a:extLst>
              <a:ext uri="{FF2B5EF4-FFF2-40B4-BE49-F238E27FC236}">
                <a16:creationId xmlns:a16="http://schemas.microsoft.com/office/drawing/2014/main" id="{F3F8E2D2-D721-A309-F940-6E7AD7E0436C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8286750" y="4428255"/>
            <a:ext cx="1129608" cy="5485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04AAA-FFBA-EB8E-0E16-8EBF930D7AF7}"/>
              </a:ext>
            </a:extLst>
          </p:cNvPr>
          <p:cNvSpPr/>
          <p:nvPr/>
        </p:nvSpPr>
        <p:spPr>
          <a:xfrm>
            <a:off x="5775326" y="2206170"/>
            <a:ext cx="3230264" cy="12228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1" name="CuadroTexto 27">
            <a:extLst>
              <a:ext uri="{FF2B5EF4-FFF2-40B4-BE49-F238E27FC236}">
                <a16:creationId xmlns:a16="http://schemas.microsoft.com/office/drawing/2014/main" id="{BF22377A-6286-EECE-A86A-A76734C712D1}"/>
              </a:ext>
            </a:extLst>
          </p:cNvPr>
          <p:cNvSpPr txBox="1"/>
          <p:nvPr/>
        </p:nvSpPr>
        <p:spPr>
          <a:xfrm>
            <a:off x="9416358" y="1844217"/>
            <a:ext cx="1960957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Visualización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Estaciones seleccionables</a:t>
            </a:r>
          </a:p>
        </p:txBody>
      </p:sp>
      <p:cxnSp>
        <p:nvCxnSpPr>
          <p:cNvPr id="22" name="Conector recto de flecha 28">
            <a:extLst>
              <a:ext uri="{FF2B5EF4-FFF2-40B4-BE49-F238E27FC236}">
                <a16:creationId xmlns:a16="http://schemas.microsoft.com/office/drawing/2014/main" id="{9B4632A7-59AA-3B22-9428-13C7CF98F255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9005590" y="2075050"/>
            <a:ext cx="410768" cy="7425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730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5DD1-704D-1050-60F2-C0C64884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00E5B3-4091-E7CA-784B-C985C7EED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571" y="1577726"/>
            <a:ext cx="6106377" cy="45821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40ECB3B-3420-70EB-D13D-BAB41F2EE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Hora por Hora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18CBAC-AB47-556F-EDFB-FA29111E707A}"/>
              </a:ext>
            </a:extLst>
          </p:cNvPr>
          <p:cNvSpPr txBox="1"/>
          <p:nvPr/>
        </p:nvSpPr>
        <p:spPr>
          <a:xfrm>
            <a:off x="216569" y="2632728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Visualiza Piezas buenas en el lapso correspondiente 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6917EFB-7C4D-CAB2-F4B0-52221F6855C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667000" y="2863561"/>
            <a:ext cx="641917" cy="923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AD3762-45A3-BDE9-AA0F-0FDFDFCF856C}"/>
              </a:ext>
            </a:extLst>
          </p:cNvPr>
          <p:cNvSpPr txBox="1"/>
          <p:nvPr/>
        </p:nvSpPr>
        <p:spPr>
          <a:xfrm>
            <a:off x="216569" y="1930875"/>
            <a:ext cx="245043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Visualiza métricas </a:t>
            </a:r>
            <a:r>
              <a:rPr lang="es-MX" sz="1200" dirty="0"/>
              <a:t>t</a:t>
            </a:r>
            <a:r>
              <a:rPr lang="es-MX" sz="1200" noProof="0" dirty="0" err="1"/>
              <a:t>otales</a:t>
            </a:r>
            <a:r>
              <a:rPr lang="es-MX" sz="1200" noProof="0" dirty="0"/>
              <a:t> 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1F0FCF5-B2F4-890A-85DB-A8256CACA16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667000" y="2161708"/>
            <a:ext cx="641917" cy="1163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9">
            <a:extLst>
              <a:ext uri="{FF2B5EF4-FFF2-40B4-BE49-F238E27FC236}">
                <a16:creationId xmlns:a16="http://schemas.microsoft.com/office/drawing/2014/main" id="{3A3346E2-A629-26A7-8CC7-006F54323F44}"/>
              </a:ext>
            </a:extLst>
          </p:cNvPr>
          <p:cNvSpPr txBox="1"/>
          <p:nvPr/>
        </p:nvSpPr>
        <p:spPr>
          <a:xfrm>
            <a:off x="216568" y="5185428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Campo numérico:</a:t>
            </a:r>
          </a:p>
          <a:p>
            <a:r>
              <a:rPr lang="es-MX" sz="1200" noProof="0" dirty="0"/>
              <a:t>Permite escribir las métricas de la hora seleccionada</a:t>
            </a:r>
          </a:p>
        </p:txBody>
      </p:sp>
      <p:cxnSp>
        <p:nvCxnSpPr>
          <p:cNvPr id="19" name="Conector recto de flecha 10">
            <a:extLst>
              <a:ext uri="{FF2B5EF4-FFF2-40B4-BE49-F238E27FC236}">
                <a16:creationId xmlns:a16="http://schemas.microsoft.com/office/drawing/2014/main" id="{146B14C6-86B4-65DD-141C-5CF5BDE68A1B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666999" y="5343774"/>
            <a:ext cx="593767" cy="1648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9">
            <a:extLst>
              <a:ext uri="{FF2B5EF4-FFF2-40B4-BE49-F238E27FC236}">
                <a16:creationId xmlns:a16="http://schemas.microsoft.com/office/drawing/2014/main" id="{40086041-0DC7-29CC-4712-2A294E43506F}"/>
              </a:ext>
            </a:extLst>
          </p:cNvPr>
          <p:cNvSpPr txBox="1"/>
          <p:nvPr/>
        </p:nvSpPr>
        <p:spPr>
          <a:xfrm>
            <a:off x="216568" y="5956819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Visualiza métricas de la hora seleccionada</a:t>
            </a:r>
          </a:p>
        </p:txBody>
      </p:sp>
      <p:cxnSp>
        <p:nvCxnSpPr>
          <p:cNvPr id="23" name="Conector recto de flecha 10">
            <a:extLst>
              <a:ext uri="{FF2B5EF4-FFF2-40B4-BE49-F238E27FC236}">
                <a16:creationId xmlns:a16="http://schemas.microsoft.com/office/drawing/2014/main" id="{1E784E46-A339-5199-6C79-00C6FABBCC0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666999" y="5508594"/>
            <a:ext cx="1612901" cy="7713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9">
            <a:extLst>
              <a:ext uri="{FF2B5EF4-FFF2-40B4-BE49-F238E27FC236}">
                <a16:creationId xmlns:a16="http://schemas.microsoft.com/office/drawing/2014/main" id="{A47EF09C-397A-026E-7480-7D3DB1BEEA67}"/>
              </a:ext>
            </a:extLst>
          </p:cNvPr>
          <p:cNvSpPr txBox="1"/>
          <p:nvPr/>
        </p:nvSpPr>
        <p:spPr>
          <a:xfrm>
            <a:off x="216568" y="3443879"/>
            <a:ext cx="245043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</a:t>
            </a:r>
            <a:r>
              <a:rPr lang="es-MX" sz="1200" b="1" dirty="0"/>
              <a:t> de Visualización</a:t>
            </a:r>
            <a:r>
              <a:rPr lang="es-MX" sz="1200" b="1" noProof="0" dirty="0"/>
              <a:t>:</a:t>
            </a:r>
          </a:p>
          <a:p>
            <a:r>
              <a:rPr lang="es-MX" sz="1200" noProof="0" dirty="0"/>
              <a:t>Visualiza estadísticas por hora</a:t>
            </a:r>
          </a:p>
        </p:txBody>
      </p:sp>
      <p:cxnSp>
        <p:nvCxnSpPr>
          <p:cNvPr id="5" name="Conector recto de flecha 10">
            <a:extLst>
              <a:ext uri="{FF2B5EF4-FFF2-40B4-BE49-F238E27FC236}">
                <a16:creationId xmlns:a16="http://schemas.microsoft.com/office/drawing/2014/main" id="{D05308ED-C502-5BED-7F25-0E22FDFA63DC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666999" y="2855666"/>
            <a:ext cx="1809751" cy="8190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322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D399-8854-4964-6746-51626156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98087A-17A9-7EC1-6970-93ACFFFC7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168" y="1790366"/>
            <a:ext cx="3801005" cy="42106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3CA7AC-9560-13A5-DD7F-44F1C5E5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Ventana Hora Seleccionada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112AE7-F56F-6AB4-1DB2-26E79C57475A}"/>
              </a:ext>
            </a:extLst>
          </p:cNvPr>
          <p:cNvSpPr txBox="1"/>
          <p:nvPr/>
        </p:nvSpPr>
        <p:spPr>
          <a:xfrm>
            <a:off x="1054809" y="2883096"/>
            <a:ext cx="245043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Indicador:</a:t>
            </a:r>
          </a:p>
          <a:p>
            <a:r>
              <a:rPr lang="es-MX" sz="1200" noProof="0" dirty="0"/>
              <a:t>Indica hora seleccionada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E7F9A20-A2C4-5736-B392-CF673900A43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05240" y="3113929"/>
            <a:ext cx="6419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A9AC86-44F1-70B8-1E16-78EB6042F367}"/>
              </a:ext>
            </a:extLst>
          </p:cNvPr>
          <p:cNvSpPr txBox="1"/>
          <p:nvPr/>
        </p:nvSpPr>
        <p:spPr>
          <a:xfrm>
            <a:off x="905948" y="1911740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ES" sz="1200" noProof="0" dirty="0"/>
              <a:t>Visualiza instrucciones de Operación de estación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2241486-EFE2-EBCB-5E54-421BF43731B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356379" y="2234906"/>
            <a:ext cx="641917" cy="239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9">
            <a:extLst>
              <a:ext uri="{FF2B5EF4-FFF2-40B4-BE49-F238E27FC236}">
                <a16:creationId xmlns:a16="http://schemas.microsoft.com/office/drawing/2014/main" id="{757AD21D-0832-3D5B-F6CC-266A77851EC0}"/>
              </a:ext>
            </a:extLst>
          </p:cNvPr>
          <p:cNvSpPr txBox="1"/>
          <p:nvPr/>
        </p:nvSpPr>
        <p:spPr>
          <a:xfrm>
            <a:off x="8406101" y="2199520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Tiempo de ciclo promedio de hora seleccionada</a:t>
            </a:r>
          </a:p>
        </p:txBody>
      </p:sp>
      <p:cxnSp>
        <p:nvCxnSpPr>
          <p:cNvPr id="19" name="Conector recto de flecha 10">
            <a:extLst>
              <a:ext uri="{FF2B5EF4-FFF2-40B4-BE49-F238E27FC236}">
                <a16:creationId xmlns:a16="http://schemas.microsoft.com/office/drawing/2014/main" id="{5FEB897E-0574-668C-CBF9-2DE4D40413B7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678317" y="2522686"/>
            <a:ext cx="727784" cy="4237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9">
            <a:extLst>
              <a:ext uri="{FF2B5EF4-FFF2-40B4-BE49-F238E27FC236}">
                <a16:creationId xmlns:a16="http://schemas.microsoft.com/office/drawing/2014/main" id="{D58E2036-A7B5-CD48-793C-13E4CBC83D8E}"/>
              </a:ext>
            </a:extLst>
          </p:cNvPr>
          <p:cNvSpPr txBox="1"/>
          <p:nvPr/>
        </p:nvSpPr>
        <p:spPr>
          <a:xfrm>
            <a:off x="675214" y="4484595"/>
            <a:ext cx="245043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Métricas durante hora seleccionada</a:t>
            </a:r>
          </a:p>
        </p:txBody>
      </p:sp>
      <p:cxnSp>
        <p:nvCxnSpPr>
          <p:cNvPr id="23" name="Conector recto de flecha 10">
            <a:extLst>
              <a:ext uri="{FF2B5EF4-FFF2-40B4-BE49-F238E27FC236}">
                <a16:creationId xmlns:a16="http://schemas.microsoft.com/office/drawing/2014/main" id="{EC14B9BE-88F8-8A5E-4870-98DE0CAB3A49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3125645" y="4118745"/>
            <a:ext cx="1122505" cy="5966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3D63380-FFD4-80EF-0C2D-176EBC0CC0A7}"/>
              </a:ext>
            </a:extLst>
          </p:cNvPr>
          <p:cNvSpPr/>
          <p:nvPr/>
        </p:nvSpPr>
        <p:spPr>
          <a:xfrm>
            <a:off x="4248150" y="3249354"/>
            <a:ext cx="1099157" cy="17387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9C8506-F977-A836-4243-198A630A211C}"/>
              </a:ext>
            </a:extLst>
          </p:cNvPr>
          <p:cNvSpPr/>
          <p:nvPr/>
        </p:nvSpPr>
        <p:spPr>
          <a:xfrm>
            <a:off x="6800714" y="3088529"/>
            <a:ext cx="933586" cy="6820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8" name="CuadroTexto 9">
            <a:extLst>
              <a:ext uri="{FF2B5EF4-FFF2-40B4-BE49-F238E27FC236}">
                <a16:creationId xmlns:a16="http://schemas.microsoft.com/office/drawing/2014/main" id="{CF222868-8F66-2B23-4B80-F3EE98FED643}"/>
              </a:ext>
            </a:extLst>
          </p:cNvPr>
          <p:cNvSpPr txBox="1"/>
          <p:nvPr/>
        </p:nvSpPr>
        <p:spPr>
          <a:xfrm>
            <a:off x="8406101" y="2980829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Visualiza cantidad de piezas buenas y malas durante hora seleccionada</a:t>
            </a:r>
          </a:p>
        </p:txBody>
      </p:sp>
      <p:cxnSp>
        <p:nvCxnSpPr>
          <p:cNvPr id="20" name="Conector recto de flecha 10">
            <a:extLst>
              <a:ext uri="{FF2B5EF4-FFF2-40B4-BE49-F238E27FC236}">
                <a16:creationId xmlns:a16="http://schemas.microsoft.com/office/drawing/2014/main" id="{B4348177-9177-C13B-4BCD-91B3BAB8A2C2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7734300" y="3303995"/>
            <a:ext cx="671801" cy="1255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9C1511E-E395-DA16-E55C-554C06BF5263}"/>
              </a:ext>
            </a:extLst>
          </p:cNvPr>
          <p:cNvSpPr/>
          <p:nvPr/>
        </p:nvSpPr>
        <p:spPr>
          <a:xfrm>
            <a:off x="5765800" y="3921086"/>
            <a:ext cx="1333500" cy="11049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6" name="CuadroTexto 9">
            <a:extLst>
              <a:ext uri="{FF2B5EF4-FFF2-40B4-BE49-F238E27FC236}">
                <a16:creationId xmlns:a16="http://schemas.microsoft.com/office/drawing/2014/main" id="{B0E0397E-98D5-9F8F-660B-B5155A6B9106}"/>
              </a:ext>
            </a:extLst>
          </p:cNvPr>
          <p:cNvSpPr txBox="1"/>
          <p:nvPr/>
        </p:nvSpPr>
        <p:spPr>
          <a:xfrm>
            <a:off x="8420100" y="5135478"/>
            <a:ext cx="2436432" cy="101566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dirty="0"/>
              <a:t>Visualiza el tiempo muerto por componente del ensamble en la hora seleccionada así como el número de incidencias</a:t>
            </a:r>
            <a:endParaRPr lang="es-MX" sz="1200" noProof="0" dirty="0"/>
          </a:p>
        </p:txBody>
      </p:sp>
      <p:cxnSp>
        <p:nvCxnSpPr>
          <p:cNvPr id="27" name="Conector recto de flecha 10">
            <a:extLst>
              <a:ext uri="{FF2B5EF4-FFF2-40B4-BE49-F238E27FC236}">
                <a16:creationId xmlns:a16="http://schemas.microsoft.com/office/drawing/2014/main" id="{D05415B6-C2C1-B306-F77B-395C8BB5B87C}"/>
              </a:ext>
            </a:extLst>
          </p:cNvPr>
          <p:cNvCxnSpPr>
            <a:cxnSpLocks/>
            <a:stCxn id="26" idx="1"/>
            <a:endCxn id="25" idx="2"/>
          </p:cNvCxnSpPr>
          <p:nvPr/>
        </p:nvCxnSpPr>
        <p:spPr>
          <a:xfrm flipH="1" flipV="1">
            <a:off x="6432550" y="5026038"/>
            <a:ext cx="1987550" cy="6172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9">
            <a:extLst>
              <a:ext uri="{FF2B5EF4-FFF2-40B4-BE49-F238E27FC236}">
                <a16:creationId xmlns:a16="http://schemas.microsoft.com/office/drawing/2014/main" id="{62DA457B-83A8-FBD0-6A28-51BCC8BD7E3D}"/>
              </a:ext>
            </a:extLst>
          </p:cNvPr>
          <p:cNvSpPr txBox="1"/>
          <p:nvPr/>
        </p:nvSpPr>
        <p:spPr>
          <a:xfrm>
            <a:off x="8420100" y="4466061"/>
            <a:ext cx="245043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Cierra ventana emergente</a:t>
            </a:r>
          </a:p>
        </p:txBody>
      </p:sp>
      <p:cxnSp>
        <p:nvCxnSpPr>
          <p:cNvPr id="33" name="Conector recto de flecha 10">
            <a:extLst>
              <a:ext uri="{FF2B5EF4-FFF2-40B4-BE49-F238E27FC236}">
                <a16:creationId xmlns:a16="http://schemas.microsoft.com/office/drawing/2014/main" id="{8C584914-BCCF-6BF4-EA86-1C632F2EA445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7797738" y="4696894"/>
            <a:ext cx="622362" cy="923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9">
            <a:extLst>
              <a:ext uri="{FF2B5EF4-FFF2-40B4-BE49-F238E27FC236}">
                <a16:creationId xmlns:a16="http://schemas.microsoft.com/office/drawing/2014/main" id="{9E60CD18-4FEF-B6D7-F762-D5B26CC172A7}"/>
              </a:ext>
            </a:extLst>
          </p:cNvPr>
          <p:cNvSpPr txBox="1"/>
          <p:nvPr/>
        </p:nvSpPr>
        <p:spPr>
          <a:xfrm>
            <a:off x="8406101" y="3704313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control:</a:t>
            </a:r>
          </a:p>
          <a:p>
            <a:r>
              <a:rPr lang="es-MX" sz="1200" noProof="0" dirty="0"/>
              <a:t>Activa el soplador de aire manual del </a:t>
            </a:r>
            <a:r>
              <a:rPr lang="es-MX" sz="1200" noProof="0" dirty="0" err="1"/>
              <a:t>feeder</a:t>
            </a:r>
            <a:r>
              <a:rPr lang="es-MX" sz="1200" noProof="0" dirty="0"/>
              <a:t> 2</a:t>
            </a:r>
          </a:p>
        </p:txBody>
      </p:sp>
      <p:cxnSp>
        <p:nvCxnSpPr>
          <p:cNvPr id="37" name="Conector recto de flecha 10">
            <a:extLst>
              <a:ext uri="{FF2B5EF4-FFF2-40B4-BE49-F238E27FC236}">
                <a16:creationId xmlns:a16="http://schemas.microsoft.com/office/drawing/2014/main" id="{ED2B581C-5FE7-0E22-7237-5AC06C890D10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7734301" y="4027479"/>
            <a:ext cx="671800" cy="616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9">
            <a:extLst>
              <a:ext uri="{FF2B5EF4-FFF2-40B4-BE49-F238E27FC236}">
                <a16:creationId xmlns:a16="http://schemas.microsoft.com/office/drawing/2014/main" id="{E9AD1E68-6F1E-69E0-EB58-23347897CB12}"/>
              </a:ext>
            </a:extLst>
          </p:cNvPr>
          <p:cNvSpPr txBox="1"/>
          <p:nvPr/>
        </p:nvSpPr>
        <p:spPr>
          <a:xfrm>
            <a:off x="675214" y="5121145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dirty="0"/>
              <a:t>Muestra estatus de piezas en </a:t>
            </a:r>
            <a:r>
              <a:rPr lang="es-MX" sz="1200" dirty="0" err="1"/>
              <a:t>conveyor</a:t>
            </a:r>
            <a:endParaRPr lang="es-MX" sz="1200" noProof="0" dirty="0"/>
          </a:p>
        </p:txBody>
      </p:sp>
      <p:cxnSp>
        <p:nvCxnSpPr>
          <p:cNvPr id="42" name="Conector recto de flecha 10">
            <a:extLst>
              <a:ext uri="{FF2B5EF4-FFF2-40B4-BE49-F238E27FC236}">
                <a16:creationId xmlns:a16="http://schemas.microsoft.com/office/drawing/2014/main" id="{97F6E77D-5B09-0656-A718-D1F18175BC57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3125645" y="5444311"/>
            <a:ext cx="1211143" cy="920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93ED362-46CB-C763-F904-D20E6699CA75}"/>
              </a:ext>
            </a:extLst>
          </p:cNvPr>
          <p:cNvSpPr/>
          <p:nvPr/>
        </p:nvSpPr>
        <p:spPr>
          <a:xfrm>
            <a:off x="4127356" y="5219250"/>
            <a:ext cx="3670382" cy="6248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72214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03CA-FC78-CC79-0136-4AFF94AC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999EA4-CD2A-8E53-4DD8-1F1FA5D5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42" y="1517114"/>
            <a:ext cx="5597707" cy="418953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8F7047F-12E5-BE40-A313-D8129028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Home Estatus</a:t>
            </a:r>
          </a:p>
        </p:txBody>
      </p:sp>
      <p:sp>
        <p:nvSpPr>
          <p:cNvPr id="15" name="CuadroTexto 11">
            <a:extLst>
              <a:ext uri="{FF2B5EF4-FFF2-40B4-BE49-F238E27FC236}">
                <a16:creationId xmlns:a16="http://schemas.microsoft.com/office/drawing/2014/main" id="{A17665FE-BD89-0224-A60C-ED8ADB4A7A73}"/>
              </a:ext>
            </a:extLst>
          </p:cNvPr>
          <p:cNvSpPr txBox="1"/>
          <p:nvPr/>
        </p:nvSpPr>
        <p:spPr>
          <a:xfrm>
            <a:off x="447784" y="2521094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Indican condiciones iniciales de la celda para inicio de ciclo</a:t>
            </a:r>
          </a:p>
        </p:txBody>
      </p:sp>
      <p:cxnSp>
        <p:nvCxnSpPr>
          <p:cNvPr id="16" name="Conector recto de flecha 12">
            <a:extLst>
              <a:ext uri="{FF2B5EF4-FFF2-40B4-BE49-F238E27FC236}">
                <a16:creationId xmlns:a16="http://schemas.microsoft.com/office/drawing/2014/main" id="{8E8AD3A9-8080-C8C1-F303-E339F30B45F6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898215" y="2844260"/>
            <a:ext cx="943062" cy="239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9F1C684-6C21-0C6A-3D95-FBDC13B043B4}"/>
              </a:ext>
            </a:extLst>
          </p:cNvPr>
          <p:cNvSpPr/>
          <p:nvPr/>
        </p:nvSpPr>
        <p:spPr>
          <a:xfrm>
            <a:off x="3879377" y="2388076"/>
            <a:ext cx="1284828" cy="6965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8EB0B7-B620-B36B-0452-010F6F63BC2F}"/>
              </a:ext>
            </a:extLst>
          </p:cNvPr>
          <p:cNvSpPr/>
          <p:nvPr/>
        </p:nvSpPr>
        <p:spPr>
          <a:xfrm>
            <a:off x="3917477" y="3824057"/>
            <a:ext cx="1378424" cy="6393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CD5F-9FE6-93D3-8B7A-92F90FD9664D}"/>
              </a:ext>
            </a:extLst>
          </p:cNvPr>
          <p:cNvSpPr/>
          <p:nvPr/>
        </p:nvSpPr>
        <p:spPr>
          <a:xfrm>
            <a:off x="5565231" y="3824057"/>
            <a:ext cx="1798034" cy="13255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B2202C-9586-2D25-43C0-47651D5C13A1}"/>
              </a:ext>
            </a:extLst>
          </p:cNvPr>
          <p:cNvSpPr/>
          <p:nvPr/>
        </p:nvSpPr>
        <p:spPr>
          <a:xfrm>
            <a:off x="7523791" y="2388075"/>
            <a:ext cx="1701800" cy="14359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BEFDE-944D-630C-6694-F98D2B5E14E7}"/>
              </a:ext>
            </a:extLst>
          </p:cNvPr>
          <p:cNvSpPr/>
          <p:nvPr/>
        </p:nvSpPr>
        <p:spPr>
          <a:xfrm>
            <a:off x="5681372" y="2337274"/>
            <a:ext cx="1541274" cy="8301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3" name="CuadroTexto 11">
            <a:extLst>
              <a:ext uri="{FF2B5EF4-FFF2-40B4-BE49-F238E27FC236}">
                <a16:creationId xmlns:a16="http://schemas.microsoft.com/office/drawing/2014/main" id="{E46B76BE-0D52-B2A3-9398-A4AA47D32460}"/>
              </a:ext>
            </a:extLst>
          </p:cNvPr>
          <p:cNvSpPr txBox="1"/>
          <p:nvPr/>
        </p:nvSpPr>
        <p:spPr>
          <a:xfrm>
            <a:off x="556892" y="1517114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Indican condiciones iniciales de la estación 1 para inicio de ciclo</a:t>
            </a:r>
          </a:p>
        </p:txBody>
      </p:sp>
      <p:cxnSp>
        <p:nvCxnSpPr>
          <p:cNvPr id="24" name="Conector recto de flecha 12">
            <a:extLst>
              <a:ext uri="{FF2B5EF4-FFF2-40B4-BE49-F238E27FC236}">
                <a16:creationId xmlns:a16="http://schemas.microsoft.com/office/drawing/2014/main" id="{622D97D6-9EE1-D788-8CBA-12BF83906ED3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007323" y="1840280"/>
            <a:ext cx="2674049" cy="7047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11">
            <a:extLst>
              <a:ext uri="{FF2B5EF4-FFF2-40B4-BE49-F238E27FC236}">
                <a16:creationId xmlns:a16="http://schemas.microsoft.com/office/drawing/2014/main" id="{31142264-686B-4609-106A-BF10FA286E4C}"/>
              </a:ext>
            </a:extLst>
          </p:cNvPr>
          <p:cNvSpPr txBox="1"/>
          <p:nvPr/>
        </p:nvSpPr>
        <p:spPr>
          <a:xfrm>
            <a:off x="425553" y="4047905"/>
            <a:ext cx="2450431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Indican condiciones iniciales de la estación 3 para inicio de ciclo</a:t>
            </a:r>
          </a:p>
        </p:txBody>
      </p:sp>
      <p:cxnSp>
        <p:nvCxnSpPr>
          <p:cNvPr id="27" name="Conector recto de flecha 12">
            <a:extLst>
              <a:ext uri="{FF2B5EF4-FFF2-40B4-BE49-F238E27FC236}">
                <a16:creationId xmlns:a16="http://schemas.microsoft.com/office/drawing/2014/main" id="{E4B17C6A-DAB2-18A3-636D-41CEAB9666F2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 flipV="1">
            <a:off x="2875984" y="4143731"/>
            <a:ext cx="1041493" cy="2273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11">
            <a:extLst>
              <a:ext uri="{FF2B5EF4-FFF2-40B4-BE49-F238E27FC236}">
                <a16:creationId xmlns:a16="http://schemas.microsoft.com/office/drawing/2014/main" id="{ABC078E3-C03C-1043-7FB8-0FC575540C0B}"/>
              </a:ext>
            </a:extLst>
          </p:cNvPr>
          <p:cNvSpPr txBox="1"/>
          <p:nvPr/>
        </p:nvSpPr>
        <p:spPr>
          <a:xfrm>
            <a:off x="9484192" y="1662569"/>
            <a:ext cx="2170754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Indican condiciones iniciales de la estación 2 para inicio de ciclo</a:t>
            </a:r>
          </a:p>
        </p:txBody>
      </p:sp>
      <p:cxnSp>
        <p:nvCxnSpPr>
          <p:cNvPr id="31" name="Conector recto de flecha 12">
            <a:extLst>
              <a:ext uri="{FF2B5EF4-FFF2-40B4-BE49-F238E27FC236}">
                <a16:creationId xmlns:a16="http://schemas.microsoft.com/office/drawing/2014/main" id="{A2299D92-86EF-9231-AC20-D11EAFCD194A}"/>
              </a:ext>
            </a:extLst>
          </p:cNvPr>
          <p:cNvCxnSpPr>
            <a:cxnSpLocks/>
          </p:cNvCxnSpPr>
          <p:nvPr/>
        </p:nvCxnSpPr>
        <p:spPr>
          <a:xfrm flipH="1">
            <a:off x="8991600" y="1985734"/>
            <a:ext cx="482708" cy="4023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11">
            <a:extLst>
              <a:ext uri="{FF2B5EF4-FFF2-40B4-BE49-F238E27FC236}">
                <a16:creationId xmlns:a16="http://schemas.microsoft.com/office/drawing/2014/main" id="{BE4A502A-B249-B63A-5C03-6A6FA29A4459}"/>
              </a:ext>
            </a:extLst>
          </p:cNvPr>
          <p:cNvSpPr txBox="1"/>
          <p:nvPr/>
        </p:nvSpPr>
        <p:spPr>
          <a:xfrm>
            <a:off x="9614835" y="3716386"/>
            <a:ext cx="2040111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Indicadores:</a:t>
            </a:r>
          </a:p>
          <a:p>
            <a:r>
              <a:rPr lang="es-MX" sz="1200" noProof="0" dirty="0"/>
              <a:t>Indican condiciones iniciales de la estación de descarga para inicio de ciclo</a:t>
            </a:r>
          </a:p>
        </p:txBody>
      </p:sp>
      <p:cxnSp>
        <p:nvCxnSpPr>
          <p:cNvPr id="37" name="Conector recto de flecha 12">
            <a:extLst>
              <a:ext uri="{FF2B5EF4-FFF2-40B4-BE49-F238E27FC236}">
                <a16:creationId xmlns:a16="http://schemas.microsoft.com/office/drawing/2014/main" id="{C7B67046-BC20-5558-85D0-8778589D7490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7227273" y="4131885"/>
            <a:ext cx="2387562" cy="1415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11">
            <a:extLst>
              <a:ext uri="{FF2B5EF4-FFF2-40B4-BE49-F238E27FC236}">
                <a16:creationId xmlns:a16="http://schemas.microsoft.com/office/drawing/2014/main" id="{D02CCABC-D03F-40CC-9A0E-ED1012B6B855}"/>
              </a:ext>
            </a:extLst>
          </p:cNvPr>
          <p:cNvSpPr txBox="1"/>
          <p:nvPr/>
        </p:nvSpPr>
        <p:spPr>
          <a:xfrm>
            <a:off x="9614835" y="4802339"/>
            <a:ext cx="1853266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siguiente pantalla</a:t>
            </a:r>
          </a:p>
        </p:txBody>
      </p:sp>
      <p:cxnSp>
        <p:nvCxnSpPr>
          <p:cNvPr id="41" name="Conector recto de flecha 12">
            <a:extLst>
              <a:ext uri="{FF2B5EF4-FFF2-40B4-BE49-F238E27FC236}">
                <a16:creationId xmlns:a16="http://schemas.microsoft.com/office/drawing/2014/main" id="{EE2C2F6B-3A05-EDAA-76DB-A8CB884275EB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9172654" y="4891652"/>
            <a:ext cx="442181" cy="1415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998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176-29B3-F181-B5C3-145B96B5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695A1-E8BD-34C0-E115-C48A16B6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Secuencia de Master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C9255-E76F-F8EA-3823-F144B7BBC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75" y="1901184"/>
            <a:ext cx="5527466" cy="41628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5DE1A4-B0EE-6089-0878-16D87F2FA2EF}"/>
              </a:ext>
            </a:extLst>
          </p:cNvPr>
          <p:cNvSpPr/>
          <p:nvPr/>
        </p:nvSpPr>
        <p:spPr>
          <a:xfrm>
            <a:off x="5468407" y="2917846"/>
            <a:ext cx="1817763" cy="17122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" name="CuadroTexto 11">
            <a:extLst>
              <a:ext uri="{FF2B5EF4-FFF2-40B4-BE49-F238E27FC236}">
                <a16:creationId xmlns:a16="http://schemas.microsoft.com/office/drawing/2014/main" id="{E7DF3F79-49F0-038B-AAF4-964E31309494}"/>
              </a:ext>
            </a:extLst>
          </p:cNvPr>
          <p:cNvSpPr txBox="1"/>
          <p:nvPr/>
        </p:nvSpPr>
        <p:spPr>
          <a:xfrm>
            <a:off x="1320800" y="4927545"/>
            <a:ext cx="1744311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Botón de acceso:</a:t>
            </a:r>
          </a:p>
          <a:p>
            <a:r>
              <a:rPr lang="es-MX" sz="1200" noProof="0" dirty="0"/>
              <a:t>Envía a pantalla anterior</a:t>
            </a:r>
          </a:p>
        </p:txBody>
      </p:sp>
      <p:cxnSp>
        <p:nvCxnSpPr>
          <p:cNvPr id="7" name="Conector recto de flecha 12">
            <a:extLst>
              <a:ext uri="{FF2B5EF4-FFF2-40B4-BE49-F238E27FC236}">
                <a16:creationId xmlns:a16="http://schemas.microsoft.com/office/drawing/2014/main" id="{0E4C4B12-144C-9662-F5DC-99D1D894318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065111" y="5158377"/>
            <a:ext cx="60642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1">
            <a:extLst>
              <a:ext uri="{FF2B5EF4-FFF2-40B4-BE49-F238E27FC236}">
                <a16:creationId xmlns:a16="http://schemas.microsoft.com/office/drawing/2014/main" id="{F1D65446-FE60-713A-0C97-97031F4148FC}"/>
              </a:ext>
            </a:extLst>
          </p:cNvPr>
          <p:cNvSpPr txBox="1"/>
          <p:nvPr/>
        </p:nvSpPr>
        <p:spPr>
          <a:xfrm>
            <a:off x="1697071" y="2962867"/>
            <a:ext cx="1744311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dirty="0"/>
              <a:t>Indicadores:</a:t>
            </a:r>
          </a:p>
          <a:p>
            <a:r>
              <a:rPr lang="es-MX" sz="1200" dirty="0"/>
              <a:t>Indican condiciones iniciales del modelo para inicio de ciclo</a:t>
            </a:r>
          </a:p>
        </p:txBody>
      </p:sp>
      <p:cxnSp>
        <p:nvCxnSpPr>
          <p:cNvPr id="12" name="Conector recto de flecha 12">
            <a:extLst>
              <a:ext uri="{FF2B5EF4-FFF2-40B4-BE49-F238E27FC236}">
                <a16:creationId xmlns:a16="http://schemas.microsoft.com/office/drawing/2014/main" id="{C59C51FB-911F-70FD-73C1-65323CEF3ACB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3441382" y="3378366"/>
            <a:ext cx="2027025" cy="3955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853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28C60-91EA-C981-1B2B-E6A75583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D158B9-C077-7B67-545B-9A237B602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560" y="1690688"/>
            <a:ext cx="6106377" cy="45821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B1A44D5-7AE7-2656-4559-C6D986F4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Pantalla de Integradora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140FE6-CCAA-9858-7F51-B557430F809E}"/>
              </a:ext>
            </a:extLst>
          </p:cNvPr>
          <p:cNvSpPr txBox="1"/>
          <p:nvPr/>
        </p:nvSpPr>
        <p:spPr>
          <a:xfrm>
            <a:off x="711925" y="3998718"/>
            <a:ext cx="185327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Datos de Integradora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12A8ECB-B8A0-0330-5C97-ADE9DDDFA99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565198" y="4229551"/>
            <a:ext cx="2578302" cy="8154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5D8C749-E978-B69E-19EE-D6E85A57B155}"/>
              </a:ext>
            </a:extLst>
          </p:cNvPr>
          <p:cNvSpPr txBox="1"/>
          <p:nvPr/>
        </p:nvSpPr>
        <p:spPr>
          <a:xfrm>
            <a:off x="711925" y="5299319"/>
            <a:ext cx="1842012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Datos de contacto con integradora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EAACDA7-7AFC-DB2D-3947-CC9F83226CB5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2553937" y="5532808"/>
            <a:ext cx="2456213" cy="896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EE39C83-3AA9-0E67-DC55-23FEFFDA346D}"/>
              </a:ext>
            </a:extLst>
          </p:cNvPr>
          <p:cNvSpPr txBox="1"/>
          <p:nvPr/>
        </p:nvSpPr>
        <p:spPr>
          <a:xfrm>
            <a:off x="711925" y="3001732"/>
            <a:ext cx="186453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Logo de Integradora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45ADD6CA-69ED-61FB-B625-12561F9F431D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576460" y="3232565"/>
            <a:ext cx="2300340" cy="2308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27">
            <a:extLst>
              <a:ext uri="{FF2B5EF4-FFF2-40B4-BE49-F238E27FC236}">
                <a16:creationId xmlns:a16="http://schemas.microsoft.com/office/drawing/2014/main" id="{C97D3191-98D4-3C89-3028-948B49EBEE55}"/>
              </a:ext>
            </a:extLst>
          </p:cNvPr>
          <p:cNvSpPr txBox="1"/>
          <p:nvPr/>
        </p:nvSpPr>
        <p:spPr>
          <a:xfrm>
            <a:off x="689402" y="2085383"/>
            <a:ext cx="1864535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b="1" noProof="0" dirty="0"/>
              <a:t>Visualización:</a:t>
            </a:r>
          </a:p>
          <a:p>
            <a:r>
              <a:rPr lang="es-MX" sz="1200" noProof="0" dirty="0"/>
              <a:t>Nombre del Proyecto</a:t>
            </a:r>
          </a:p>
        </p:txBody>
      </p:sp>
      <p:cxnSp>
        <p:nvCxnSpPr>
          <p:cNvPr id="20" name="Conector recto de flecha 28">
            <a:extLst>
              <a:ext uri="{FF2B5EF4-FFF2-40B4-BE49-F238E27FC236}">
                <a16:creationId xmlns:a16="http://schemas.microsoft.com/office/drawing/2014/main" id="{568261C4-6617-78F0-4015-B2807AE2F31C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553937" y="1921521"/>
            <a:ext cx="2322863" cy="3946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3739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">
      <a:dk1>
        <a:srgbClr val="1F3864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F087066-7DEA-44A7-915F-3D492CADCF19}" vid="{D766EB82-F74D-4993-B960-25FB79803C9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2241</TotalTime>
  <Words>3110</Words>
  <Application>Microsoft Office PowerPoint</Application>
  <PresentationFormat>Widescreen</PresentationFormat>
  <Paragraphs>614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Libre Franklin</vt:lpstr>
      <vt:lpstr>Tema de Office</vt:lpstr>
      <vt:lpstr>Theme1</vt:lpstr>
      <vt:lpstr>CLIP MACHINE</vt:lpstr>
      <vt:lpstr>Pantalla Menú Principal</vt:lpstr>
      <vt:lpstr>Pantalla Modo Automático</vt:lpstr>
      <vt:lpstr>Pantalla Modo Automático</vt:lpstr>
      <vt:lpstr>Pantalla Modo Manual</vt:lpstr>
      <vt:lpstr>Pantalla Manual de Celda</vt:lpstr>
      <vt:lpstr>Pantalla Manual de Salidas</vt:lpstr>
      <vt:lpstr>Pantalla Manual de Salidas</vt:lpstr>
      <vt:lpstr>Pantalla Manual Visión</vt:lpstr>
      <vt:lpstr>Pantalla Manual Visión</vt:lpstr>
      <vt:lpstr>Pantalla Robot Cartesiano YZ</vt:lpstr>
      <vt:lpstr>Pantalla Robots EPSON</vt:lpstr>
      <vt:lpstr>Pantalla Robots EPSON</vt:lpstr>
      <vt:lpstr>Pantalla Robots EPSON</vt:lpstr>
      <vt:lpstr>Pantalla Robots EPSON</vt:lpstr>
      <vt:lpstr>Pantalla Robots EPSON</vt:lpstr>
      <vt:lpstr>Pantalla Robots EPSON</vt:lpstr>
      <vt:lpstr>Pantalla Manual Festo Eje Y</vt:lpstr>
      <vt:lpstr>Pantalla Manual Festo Eje Z</vt:lpstr>
      <vt:lpstr>Pantalla de Ingeniería</vt:lpstr>
      <vt:lpstr>Pantalla de Idiomas</vt:lpstr>
      <vt:lpstr>Pantalla Alarmas Activas</vt:lpstr>
      <vt:lpstr>Pantalla Historial de Alarmas</vt:lpstr>
      <vt:lpstr>Pantalla Manual de Conveyor</vt:lpstr>
      <vt:lpstr>Pantalla Robot Epson #1 (Módulo 2)</vt:lpstr>
      <vt:lpstr>Pantalla Robot Epson #2 (Módulo 3)</vt:lpstr>
      <vt:lpstr>Pantalla Robot Epson #3 (Módulo 4)</vt:lpstr>
      <vt:lpstr>Pantalla de Contadores y Limites</vt:lpstr>
      <vt:lpstr>Pantalla Alarmas de Alimentadores</vt:lpstr>
      <vt:lpstr>Pantalla Datos de Producción Ingeniería</vt:lpstr>
      <vt:lpstr>Ventana de Selector de Datos de Producción </vt:lpstr>
      <vt:lpstr>Pantalla Hora por Hora</vt:lpstr>
      <vt:lpstr>Ventana Hora Seleccionada</vt:lpstr>
      <vt:lpstr>Pantalla Home Estatus</vt:lpstr>
      <vt:lpstr>Pantalla Secuencia de Master</vt:lpstr>
      <vt:lpstr>Pantalla de Integradora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goyo gonzalo espinoza</dc:creator>
  <cp:lastModifiedBy>Darwin Lopez Garcia</cp:lastModifiedBy>
  <cp:revision>52</cp:revision>
  <dcterms:created xsi:type="dcterms:W3CDTF">2025-06-26T16:49:34Z</dcterms:created>
  <dcterms:modified xsi:type="dcterms:W3CDTF">2026-07-15T21:52:40Z</dcterms:modified>
</cp:coreProperties>
</file>